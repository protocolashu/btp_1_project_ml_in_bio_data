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0" r:id="rId5"/>
    <p:sldMasterId id="214748369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Karla ExtraBold"/>
      <p:bold r:id="rId27"/>
      <p:boldItalic r:id="rId28"/>
    </p:embeddedFont>
    <p:embeddedFont>
      <p:font typeface="Anaheim"/>
      <p:regular r:id="rId29"/>
      <p:bold r:id="rId30"/>
    </p:embeddedFont>
    <p:embeddedFont>
      <p:font typeface="Bai Jamjuree"/>
      <p:regular r:id="rId31"/>
      <p:bold r:id="rId32"/>
      <p:italic r:id="rId33"/>
      <p:boldItalic r:id="rId34"/>
    </p:embeddedFont>
    <p:embeddedFont>
      <p:font typeface="Karla"/>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CDB912-DB0D-4960-BA6C-33B2A0E7C7C1}">
  <a:tblStyle styleId="{A2CDB912-DB0D-4960-BA6C-33B2A0E7C7C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9F31ED-4F21-4B9D-99DE-CD9AEEFEC81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KarlaExtraBold-boldItalic.fntdata"/><Relationship Id="rId27" Type="http://schemas.openxmlformats.org/officeDocument/2006/relationships/font" Target="fonts/KarlaExtra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Anaheim-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aiJamjuree-regular.fntdata"/><Relationship Id="rId30" Type="http://schemas.openxmlformats.org/officeDocument/2006/relationships/font" Target="fonts/Anaheim-bold.fntdata"/><Relationship Id="rId11" Type="http://schemas.openxmlformats.org/officeDocument/2006/relationships/slide" Target="slides/slide4.xml"/><Relationship Id="rId33" Type="http://schemas.openxmlformats.org/officeDocument/2006/relationships/font" Target="fonts/BaiJamjuree-italic.fntdata"/><Relationship Id="rId10" Type="http://schemas.openxmlformats.org/officeDocument/2006/relationships/slide" Target="slides/slide3.xml"/><Relationship Id="rId32" Type="http://schemas.openxmlformats.org/officeDocument/2006/relationships/font" Target="fonts/BaiJamjuree-bold.fntdata"/><Relationship Id="rId13" Type="http://schemas.openxmlformats.org/officeDocument/2006/relationships/slide" Target="slides/slide6.xml"/><Relationship Id="rId35" Type="http://schemas.openxmlformats.org/officeDocument/2006/relationships/font" Target="fonts/Karla-regular.fntdata"/><Relationship Id="rId12" Type="http://schemas.openxmlformats.org/officeDocument/2006/relationships/slide" Target="slides/slide5.xml"/><Relationship Id="rId34" Type="http://schemas.openxmlformats.org/officeDocument/2006/relationships/font" Target="fonts/BaiJamjuree-boldItalic.fntdata"/><Relationship Id="rId15" Type="http://schemas.openxmlformats.org/officeDocument/2006/relationships/slide" Target="slides/slide8.xml"/><Relationship Id="rId37" Type="http://schemas.openxmlformats.org/officeDocument/2006/relationships/font" Target="fonts/Karla-italic.fntdata"/><Relationship Id="rId14" Type="http://schemas.openxmlformats.org/officeDocument/2006/relationships/slide" Target="slides/slide7.xml"/><Relationship Id="rId36" Type="http://schemas.openxmlformats.org/officeDocument/2006/relationships/font" Target="fonts/Karla-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Karla-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9fb3ebaedb_1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9fb3ebaedb_1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chemeClr val="dk1"/>
                </a:solidFill>
              </a:rPr>
              <a:t>"Good afternoon, everyone. My name is Animesh Kumar, and today I will be presenting my B.Tech project, 'A Comparative Analysis of Machine Learning Architectures for siRNA Efficacy Prediction,' completed under the guidance of Professor Pralay Mitra."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9fb3ebaedb_1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39fb3ebaedb_1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 is a brief outline of what I'll be covering today.</a:t>
            </a:r>
            <a:endParaRPr/>
          </a:p>
          <a:p>
            <a:pPr indent="0" lvl="0" marL="0" rtl="0" algn="l">
              <a:spcBef>
                <a:spcPts val="0"/>
              </a:spcBef>
              <a:spcAft>
                <a:spcPts val="0"/>
              </a:spcAft>
              <a:buNone/>
            </a:pPr>
            <a:r>
              <a:rPr lang="en-GB"/>
              <a:t>I'll start by introducing the core problem of predicting siRNA efficacy and our motivation for this study.</a:t>
            </a:r>
            <a:endParaRPr/>
          </a:p>
          <a:p>
            <a:pPr indent="0" lvl="0" marL="0" rtl="0" algn="l">
              <a:spcBef>
                <a:spcPts val="0"/>
              </a:spcBef>
              <a:spcAft>
                <a:spcPts val="0"/>
              </a:spcAft>
              <a:buNone/>
            </a:pPr>
            <a:r>
              <a:rPr lang="en-GB"/>
              <a:t>Next, I'll provide a brief literature review to identify the research gap that our project addresses.</a:t>
            </a:r>
            <a:endParaRPr/>
          </a:p>
          <a:p>
            <a:pPr indent="0" lvl="0" marL="0" rtl="0" algn="l">
              <a:spcBef>
                <a:spcPts val="0"/>
              </a:spcBef>
              <a:spcAft>
                <a:spcPts val="0"/>
              </a:spcAft>
              <a:buNone/>
            </a:pPr>
            <a:r>
              <a:rPr lang="en-GB"/>
              <a:t>Then, I'll walk you through our methodology, covering both the extensive feature engineering pipeline and the different model architectures we implemented.</a:t>
            </a:r>
            <a:endParaRPr/>
          </a:p>
          <a:p>
            <a:pPr indent="0" lvl="0" marL="0" rtl="0" algn="l">
              <a:spcBef>
                <a:spcPts val="0"/>
              </a:spcBef>
              <a:spcAft>
                <a:spcPts val="0"/>
              </a:spcAft>
              <a:buNone/>
            </a:pPr>
            <a:r>
              <a:rPr lang="en-GB"/>
              <a:t>After that, I will present and discuss the results of our comparative analysis.</a:t>
            </a:r>
            <a:endParaRPr/>
          </a:p>
          <a:p>
            <a:pPr indent="0" lvl="0" marL="0" rtl="0" algn="l">
              <a:spcBef>
                <a:spcPts val="0"/>
              </a:spcBef>
              <a:spcAft>
                <a:spcPts val="0"/>
              </a:spcAft>
              <a:buNone/>
            </a:pPr>
            <a:r>
              <a:rPr lang="en-GB"/>
              <a:t>Finally, I'll conclude with the key takeaways from our work and suggest some promising directions for future research."</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9fb3ebaedb_1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9fb3ebaedb_1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chemeClr val="dk1"/>
                </a:solidFill>
              </a:rPr>
              <a:t>Nothings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9fb3ebaedb_1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9fb3ebaedb_1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world of medicine is increasingly focused on precision therapies, and one of the most promising technologies is RNA interference, or RNAi. This is a natural process where small interfering RNAs, or siRNAs, can be designed to find and destroy a specific mRNA molecule, effectively silencing a gene. This holds immense potential for treating everything from viral diseases to cancer."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9fb3ebaedb_1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9fb3ebaedb_1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"However, this promise is bottlenecked by a major design challenge. For any single gene, we can design thousands of potential siRNAs, but only a few will be highly effective. Experimentally testing them all is not feasible. Therefore, the core problem my project addresses is the computational prediction of siRNA efficacy."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9fb3ebaedb_1_7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9fb3ebaedb_1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"Recent research has tackled this using a sophisticated approach: a Graph Neural Network. The siRNADiscovery model represents the system as a network of siRNA, mRNA, and Interaction nodes. The GNN then learns by passing messages along these connections, capturing the complex interplay between the molecules."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9fb3ebaedb_1_7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39fb3ebaedb_1_7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rPr lang="en-GB"/>
              <a:t>"This leads to a critical question. The GNN's success is driven by both its complex architecture and its incredibly rich feature set. So, which is more important? Our project was motivated by this gap. We hypothesized that with such powerful features, simpler and more interpretable models could achieve results competitive with the complex GNN."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9fb3ebaedb_1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9fb3ebaedb_1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"To test this, we conducted a rigorous comparative analysis. We faithfully reimplemented the feature engineering pipeline from the paper and evaluated four distinct model families: three powerful ensemble models—XGBoost, LightGBM, and Random Forest—and a novel hybrid approach we call the Spectral GNN model."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9fb3ebaedb_1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9fb3ebaedb_1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methodology was straightforward. We started with the standard HUVK dataset, applied the comprehensive feature engineering pipeline, and then structured the data in different ways for each model before training and evaluating them on a standardized set of metrics."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9fb3ebaedb_1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9fb3ebaedb_1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foundation of this entire project is the rich feature set. We didn't just use raw sequences; we engineered features across four key categories: sequence-level information, predicted RNA structures, biophysical properties like thermodynamic stability, and established empirical rules from biological literature."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39fb3ebaedb_1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39fb3ebaedb_1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key part of our work was structuring these features for each model. For the standard ensemble methods, we flattened all ~39,000 features into a single tabular matrix. For our hybrid Spectral GNN model, we first constructed the graph, used its structure to generate new 'spectral embedding' features, and then added these to the flattened matrix before training. This allowed us to test if the graph's topology, by itself, adds predictive power."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9fb3ebaedb_1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9fb3ebaedb_1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"Now for the results. This table summarizes the average performance of all models across the three data splits. The original GNN is included as a state-of-the-art baseline. As you can see, our hybrid Spectral GNN model achieved the highest correlation and AUC scores among our implementations, while LightGBM was highly competitive and achieved the lowest Mean Squared Error."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9fb3ebaedb_1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9fb3ebaedb_1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"Looking first at correlation, which is crucial for a regression task, the PCC and SPCC plots clearly show the superiority of our Spectral GNN approach. This strongly suggests that the graph's structure contains valuable predictive information that helps the model rank the siRNAs more accurately."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9fb3ebaedb_1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39fb3ebaedb_1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"When we look at the other metrics, the story becomes more nuanced. For Mean Squared Error, LightGBM actually performs the best, suggesting a trade-off: the spectral features that help so much with ranking might add a small amount of variance that slightly increases the average prediction error.</a:t>
            </a:r>
            <a:endParaRPr/>
          </a:p>
          <a:p>
            <a:pPr indent="0" lvl="0" marL="0" rtl="0" algn="l">
              <a:spcBef>
                <a:spcPts val="0"/>
              </a:spcBef>
              <a:spcAft>
                <a:spcPts val="0"/>
              </a:spcAft>
              <a:buNone/>
            </a:pPr>
            <a:r>
              <a:rPr lang="en-GB"/>
              <a:t>"However, when we evaluate the models on their ability to classify siRNAs as effective or ineffective using the AUC metric, the Spectral GNN once again emerges as the strongest performer. This demonstrates its all-around robustness for both ranking and classification tasks."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9fb3ebaedb_1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9fb3ebaedb_1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analysis led to three key findings.</a:t>
            </a:r>
            <a:endParaRPr/>
          </a:p>
          <a:p>
            <a:pPr indent="0" lvl="0" marL="0" rtl="0" algn="l">
              <a:spcBef>
                <a:spcPts val="0"/>
              </a:spcBef>
              <a:spcAft>
                <a:spcPts val="0"/>
              </a:spcAft>
              <a:buNone/>
            </a:pPr>
            <a:r>
              <a:rPr lang="en-GB"/>
              <a:t>"First, we found that graph structure provides a measurable performance boost. By adding spectral features derived from the graph's topology to our XGBoost model, we saw a clear increase in correlation. This proves that the network structure itself contains valuable predictive information.</a:t>
            </a:r>
            <a:endParaRPr/>
          </a:p>
          <a:p>
            <a:pPr indent="0" lvl="0" marL="0" rtl="0" algn="l">
              <a:spcBef>
                <a:spcPts val="0"/>
              </a:spcBef>
              <a:spcAft>
                <a:spcPts val="0"/>
              </a:spcAft>
              <a:buNone/>
            </a:pPr>
            <a:r>
              <a:rPr lang="en-GB"/>
              <a:t>"Second, despite this, standard ensemble models proved to be highly competitive and practical. LightGBM, with no graph information at all, achieved a PCC of nearly 0.72 and had the lowest overall error, making it a powerful and efficient alternative.</a:t>
            </a:r>
            <a:endParaRPr/>
          </a:p>
          <a:p>
            <a:pPr indent="0" lvl="0" marL="0" rtl="0" algn="l">
              <a:spcBef>
                <a:spcPts val="0"/>
              </a:spcBef>
              <a:spcAft>
                <a:spcPts val="0"/>
              </a:spcAft>
              <a:buNone/>
            </a:pPr>
            <a:r>
              <a:rPr lang="en-GB"/>
              <a:t>"Finally, and perhaps most importantly, the ensemble models offer a crucial advantage: interpretability. Unlike a black-box GNN, models like XGBoost can tell us exactly which biological features are driving the predictions. This ability to extract actionable scientific insights is a major benefit of this approach."</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g39fb3ebaedb_1_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7" name="Google Shape;947;g39fb3ebaedb_1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"In conclusion, our systematic comparison has yielded several key insights. We've shown that incorporating graph topology as features provides a measurable performance benefit, with our Spectral GNN being the top performer. However, we also found that standard gradient boosting models are a highly competitive and practical alternative, offering the significant advantage of interpretability. This highlights a clear trade-off between absolute performance and model simplicity."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9fb3ebaedb_1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39fb3ebaedb_1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work opens up several exciting avenues for future research. The most immediate steps would be to perform advanced hyperparameter optimization on our top models, conduct a feature selection study based on our findings, and finally, validate all our models on external datasets to ensure their robustness."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9fb3ebaedb_1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9fb3ebaedb_1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r">
              <a:lnSpc>
                <a:spcPct val="115000"/>
              </a:lnSpc>
              <a:spcBef>
                <a:spcPts val="0"/>
              </a:spcBef>
              <a:spcAft>
                <a:spcPts val="0"/>
              </a:spcAft>
              <a:buClr>
                <a:schemeClr val="dk1"/>
              </a:buClr>
              <a:buSzPts val="1100"/>
              <a:buFont typeface="Arial"/>
              <a:buNone/>
            </a:pPr>
            <a:r>
              <a:rPr lang="en-GB" sz="1600">
                <a:solidFill>
                  <a:schemeClr val="lt1"/>
                </a:solidFill>
                <a:latin typeface="Karla"/>
                <a:ea typeface="Karla"/>
                <a:cs typeface="Karla"/>
                <a:sym typeface="Karla"/>
              </a:rPr>
              <a:t>This can be the part of the presentation where you introduce yourself, write your email…</a:t>
            </a:r>
            <a:endParaRPr sz="1600">
              <a:solidFill>
                <a:schemeClr val="lt1"/>
              </a:solidFill>
              <a:latin typeface="Karla"/>
              <a:ea typeface="Karla"/>
              <a:cs typeface="Karla"/>
              <a:sym typeface="Karla"/>
            </a:endParaRPr>
          </a:p>
          <a:p>
            <a:pPr indent="0" lvl="0" marL="0" rtl="0" algn="l">
              <a:spcBef>
                <a:spcPts val="0"/>
              </a:spcBef>
              <a:spcAft>
                <a:spcPts val="0"/>
              </a:spcAft>
              <a:buNone/>
            </a:pPr>
            <a:r>
              <a:rPr lang="en-GB"/>
              <a:t>Special thanks to Prof. Pralay Mitra for his invaluable guidance.</a:t>
            </a:r>
            <a:br>
              <a:rPr lang="en-GB"/>
            </a:br>
            <a:r>
              <a:rPr lang="en-GB"/>
              <a:t>Thank you for your attention.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9fb3ebaedb_1_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9fb3ebaedb_1_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 would now be happy to answer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 Id="rId3"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pic>
        <p:nvPicPr>
          <p:cNvPr id="54" name="Google Shape;54;p14"/>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55" name="Google Shape;55;p14"/>
          <p:cNvSpPr txBox="1"/>
          <p:nvPr>
            <p:ph type="ctrTitle"/>
          </p:nvPr>
        </p:nvSpPr>
        <p:spPr>
          <a:xfrm>
            <a:off x="713225" y="1164725"/>
            <a:ext cx="5595000" cy="22356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200"/>
            </a:lvl1pPr>
            <a:lvl2pPr lvl="1"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2pPr>
            <a:lvl3pPr lvl="2"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3pPr>
            <a:lvl4pPr lvl="3"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4pPr>
            <a:lvl5pPr lvl="4"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5pPr>
            <a:lvl6pPr lvl="5"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6pPr>
            <a:lvl7pPr lvl="6"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7pPr>
            <a:lvl8pPr lvl="7"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8pPr>
            <a:lvl9pPr lvl="8" algn="ctr">
              <a:spcBef>
                <a:spcPts val="0"/>
              </a:spcBef>
              <a:spcAft>
                <a:spcPts val="0"/>
              </a:spcAft>
              <a:buClr>
                <a:srgbClr val="191919"/>
              </a:buClr>
              <a:buSzPts val="5200"/>
              <a:buFont typeface="Karla ExtraBold"/>
              <a:buNone/>
              <a:defRPr b="0" sz="5200">
                <a:solidFill>
                  <a:srgbClr val="191919"/>
                </a:solidFill>
                <a:latin typeface="Karla ExtraBold"/>
                <a:ea typeface="Karla ExtraBold"/>
                <a:cs typeface="Karla ExtraBold"/>
                <a:sym typeface="Karla ExtraBold"/>
              </a:defRPr>
            </a:lvl9pPr>
          </a:lstStyle>
          <a:p/>
        </p:txBody>
      </p:sp>
      <p:sp>
        <p:nvSpPr>
          <p:cNvPr id="56" name="Google Shape;56;p14"/>
          <p:cNvSpPr txBox="1"/>
          <p:nvPr>
            <p:ph idx="1" type="subTitle"/>
          </p:nvPr>
        </p:nvSpPr>
        <p:spPr>
          <a:xfrm>
            <a:off x="713225" y="3567188"/>
            <a:ext cx="5595000" cy="411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57" name="Google Shape;57;p14"/>
          <p:cNvGrpSpPr/>
          <p:nvPr/>
        </p:nvGrpSpPr>
        <p:grpSpPr>
          <a:xfrm>
            <a:off x="7743825" y="187125"/>
            <a:ext cx="1104975" cy="209625"/>
            <a:chOff x="7743825" y="187125"/>
            <a:chExt cx="1104975" cy="209625"/>
          </a:xfrm>
        </p:grpSpPr>
        <p:sp>
          <p:nvSpPr>
            <p:cNvPr id="58" name="Google Shape;58;p14"/>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14"/>
          <p:cNvGrpSpPr/>
          <p:nvPr/>
        </p:nvGrpSpPr>
        <p:grpSpPr>
          <a:xfrm>
            <a:off x="276225" y="3857550"/>
            <a:ext cx="599000" cy="1019288"/>
            <a:chOff x="276225" y="3857550"/>
            <a:chExt cx="599000" cy="1019288"/>
          </a:xfrm>
        </p:grpSpPr>
        <p:sp>
          <p:nvSpPr>
            <p:cNvPr id="67" name="Google Shape;67;p14"/>
            <p:cNvSpPr/>
            <p:nvPr/>
          </p:nvSpPr>
          <p:spPr>
            <a:xfrm>
              <a:off x="276225" y="4714838"/>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 name="Google Shape;68;p14"/>
            <p:cNvGrpSpPr/>
            <p:nvPr/>
          </p:nvGrpSpPr>
          <p:grpSpPr>
            <a:xfrm>
              <a:off x="276225" y="3857550"/>
              <a:ext cx="599000" cy="1019288"/>
              <a:chOff x="276225" y="3857550"/>
              <a:chExt cx="599000" cy="1019288"/>
            </a:xfrm>
          </p:grpSpPr>
          <p:sp>
            <p:nvSpPr>
              <p:cNvPr id="69" name="Google Shape;69;p14"/>
              <p:cNvSpPr/>
              <p:nvPr/>
            </p:nvSpPr>
            <p:spPr>
              <a:xfrm>
                <a:off x="276225" y="3857550"/>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566675" y="4286275"/>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713225" y="4714838"/>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 name="Google Shape;72;p14"/>
          <p:cNvGrpSpPr/>
          <p:nvPr/>
        </p:nvGrpSpPr>
        <p:grpSpPr>
          <a:xfrm>
            <a:off x="357225" y="4019438"/>
            <a:ext cx="356100" cy="776400"/>
            <a:chOff x="357225" y="4019438"/>
            <a:chExt cx="356100" cy="776400"/>
          </a:xfrm>
        </p:grpSpPr>
        <p:cxnSp>
          <p:nvCxnSpPr>
            <p:cNvPr id="73" name="Google Shape;73;p14"/>
            <p:cNvCxnSpPr>
              <a:stCxn id="67" idx="6"/>
              <a:endCxn id="71" idx="2"/>
            </p:cNvCxnSpPr>
            <p:nvPr/>
          </p:nvCxnSpPr>
          <p:spPr>
            <a:xfrm>
              <a:off x="438225" y="4795838"/>
              <a:ext cx="2751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4"/>
            <p:cNvCxnSpPr>
              <a:stCxn id="67" idx="0"/>
              <a:endCxn id="69" idx="4"/>
            </p:cNvCxnSpPr>
            <p:nvPr/>
          </p:nvCxnSpPr>
          <p:spPr>
            <a:xfrm rot="10800000">
              <a:off x="357225" y="4019438"/>
              <a:ext cx="0" cy="69540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4"/>
            <p:cNvCxnSpPr>
              <a:stCxn id="70" idx="3"/>
              <a:endCxn id="67" idx="7"/>
            </p:cNvCxnSpPr>
            <p:nvPr/>
          </p:nvCxnSpPr>
          <p:spPr>
            <a:xfrm flipH="1">
              <a:off x="414599" y="4424551"/>
              <a:ext cx="175800" cy="314100"/>
            </a:xfrm>
            <a:prstGeom prst="straightConnector1">
              <a:avLst/>
            </a:prstGeom>
            <a:noFill/>
            <a:ln cap="flat" cmpd="sng" w="9525">
              <a:solidFill>
                <a:schemeClr val="dk1"/>
              </a:solidFill>
              <a:prstDash val="solid"/>
              <a:round/>
              <a:headEnd len="med" w="med" type="none"/>
              <a:tailEnd len="med" w="med" type="none"/>
            </a:ln>
          </p:spPr>
        </p:cxnSp>
      </p:grpSp>
      <p:grpSp>
        <p:nvGrpSpPr>
          <p:cNvPr id="76" name="Google Shape;76;p14"/>
          <p:cNvGrpSpPr/>
          <p:nvPr/>
        </p:nvGrpSpPr>
        <p:grpSpPr>
          <a:xfrm>
            <a:off x="-138218" y="-386561"/>
            <a:ext cx="10131637" cy="5782138"/>
            <a:chOff x="-138218" y="-386561"/>
            <a:chExt cx="10131637" cy="5782138"/>
          </a:xfrm>
        </p:grpSpPr>
        <p:grpSp>
          <p:nvGrpSpPr>
            <p:cNvPr id="77" name="Google Shape;77;p14"/>
            <p:cNvGrpSpPr/>
            <p:nvPr/>
          </p:nvGrpSpPr>
          <p:grpSpPr>
            <a:xfrm>
              <a:off x="-138218" y="-386561"/>
              <a:ext cx="2083012" cy="1376038"/>
              <a:chOff x="-138218" y="-386561"/>
              <a:chExt cx="2083012" cy="1376038"/>
            </a:xfrm>
          </p:grpSpPr>
          <p:sp>
            <p:nvSpPr>
              <p:cNvPr id="78" name="Google Shape;78;p14"/>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 name="Google Shape;83;p14"/>
            <p:cNvGrpSpPr/>
            <p:nvPr/>
          </p:nvGrpSpPr>
          <p:grpSpPr>
            <a:xfrm>
              <a:off x="7910407" y="4019539"/>
              <a:ext cx="2083012" cy="1376038"/>
              <a:chOff x="-138218" y="-386561"/>
              <a:chExt cx="2083012" cy="1376038"/>
            </a:xfrm>
          </p:grpSpPr>
          <p:sp>
            <p:nvSpPr>
              <p:cNvPr id="84" name="Google Shape;84;p14"/>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pic>
        <p:nvPicPr>
          <p:cNvPr id="90" name="Google Shape;90;p15"/>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91" name="Google Shape;91;p15"/>
          <p:cNvSpPr txBox="1"/>
          <p:nvPr>
            <p:ph type="title"/>
          </p:nvPr>
        </p:nvSpPr>
        <p:spPr>
          <a:xfrm>
            <a:off x="713225" y="2480300"/>
            <a:ext cx="4777500" cy="9891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2" name="Google Shape;92;p15"/>
          <p:cNvSpPr txBox="1"/>
          <p:nvPr>
            <p:ph hasCustomPrompt="1" idx="2" type="title"/>
          </p:nvPr>
        </p:nvSpPr>
        <p:spPr>
          <a:xfrm>
            <a:off x="713225" y="1262600"/>
            <a:ext cx="1315500" cy="12177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3" name="Google Shape;93;p15"/>
          <p:cNvSpPr txBox="1"/>
          <p:nvPr>
            <p:ph idx="1" type="subTitle"/>
          </p:nvPr>
        </p:nvSpPr>
        <p:spPr>
          <a:xfrm>
            <a:off x="713225" y="3536250"/>
            <a:ext cx="4777500" cy="4116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4" name="Google Shape;94;p15"/>
          <p:cNvGrpSpPr/>
          <p:nvPr/>
        </p:nvGrpSpPr>
        <p:grpSpPr>
          <a:xfrm flipH="1">
            <a:off x="234876" y="187125"/>
            <a:ext cx="1104975" cy="209625"/>
            <a:chOff x="7743825" y="187125"/>
            <a:chExt cx="1104975" cy="209625"/>
          </a:xfrm>
        </p:grpSpPr>
        <p:sp>
          <p:nvSpPr>
            <p:cNvPr id="95" name="Google Shape;95;p15"/>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5"/>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15"/>
          <p:cNvGrpSpPr/>
          <p:nvPr/>
        </p:nvGrpSpPr>
        <p:grpSpPr>
          <a:xfrm>
            <a:off x="-795443" y="-111485"/>
            <a:ext cx="10549675" cy="5688038"/>
            <a:chOff x="-795443" y="-111485"/>
            <a:chExt cx="10549675" cy="5688038"/>
          </a:xfrm>
        </p:grpSpPr>
        <p:grpSp>
          <p:nvGrpSpPr>
            <p:cNvPr id="104" name="Google Shape;104;p15"/>
            <p:cNvGrpSpPr/>
            <p:nvPr/>
          </p:nvGrpSpPr>
          <p:grpSpPr>
            <a:xfrm flipH="1" rot="5400000">
              <a:off x="8024707" y="242002"/>
              <a:ext cx="2083012" cy="1376038"/>
              <a:chOff x="-138218" y="-386561"/>
              <a:chExt cx="2083012" cy="1376038"/>
            </a:xfrm>
          </p:grpSpPr>
          <p:sp>
            <p:nvSpPr>
              <p:cNvPr id="105" name="Google Shape;105;p15"/>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5"/>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 name="Google Shape;110;p15"/>
            <p:cNvGrpSpPr/>
            <p:nvPr/>
          </p:nvGrpSpPr>
          <p:grpSpPr>
            <a:xfrm flipH="1">
              <a:off x="-795443" y="4200514"/>
              <a:ext cx="2083012" cy="1376038"/>
              <a:chOff x="-138218" y="-386561"/>
              <a:chExt cx="2083012" cy="1376038"/>
            </a:xfrm>
          </p:grpSpPr>
          <p:sp>
            <p:nvSpPr>
              <p:cNvPr id="111" name="Google Shape;111;p15"/>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5"/>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5"/>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5"/>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5"/>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6" name="Shape 116"/>
        <p:cNvGrpSpPr/>
        <p:nvPr/>
      </p:nvGrpSpPr>
      <p:grpSpPr>
        <a:xfrm>
          <a:off x="0" y="0"/>
          <a:ext cx="0" cy="0"/>
          <a:chOff x="0" y="0"/>
          <a:chExt cx="0" cy="0"/>
        </a:xfrm>
      </p:grpSpPr>
      <p:sp>
        <p:nvSpPr>
          <p:cNvPr id="117" name="Google Shape;117;p1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18" name="Google Shape;118;p16"/>
          <p:cNvSpPr txBox="1"/>
          <p:nvPr>
            <p:ph idx="1" type="body"/>
          </p:nvPr>
        </p:nvSpPr>
        <p:spPr>
          <a:xfrm>
            <a:off x="720000" y="1215750"/>
            <a:ext cx="7704000" cy="1051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Font typeface="Karla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19" name="Google Shape;119;p16"/>
          <p:cNvGrpSpPr/>
          <p:nvPr/>
        </p:nvGrpSpPr>
        <p:grpSpPr>
          <a:xfrm flipH="1">
            <a:off x="292732" y="187125"/>
            <a:ext cx="1104975" cy="209625"/>
            <a:chOff x="7743825" y="187125"/>
            <a:chExt cx="1104975" cy="209625"/>
          </a:xfrm>
        </p:grpSpPr>
        <p:sp>
          <p:nvSpPr>
            <p:cNvPr id="120" name="Google Shape;120;p16"/>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6"/>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6"/>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6"/>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6"/>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 name="Google Shape;128;p16"/>
          <p:cNvGrpSpPr/>
          <p:nvPr/>
        </p:nvGrpSpPr>
        <p:grpSpPr>
          <a:xfrm>
            <a:off x="-1147162" y="-825773"/>
            <a:ext cx="10427625" cy="6221350"/>
            <a:chOff x="-1147162" y="-825773"/>
            <a:chExt cx="10427625" cy="6221350"/>
          </a:xfrm>
        </p:grpSpPr>
        <p:grpSp>
          <p:nvGrpSpPr>
            <p:cNvPr id="129" name="Google Shape;129;p16"/>
            <p:cNvGrpSpPr/>
            <p:nvPr/>
          </p:nvGrpSpPr>
          <p:grpSpPr>
            <a:xfrm flipH="1">
              <a:off x="-1147162" y="4019539"/>
              <a:ext cx="2083012" cy="1376038"/>
              <a:chOff x="-138218" y="-386561"/>
              <a:chExt cx="2083012" cy="1376038"/>
            </a:xfrm>
          </p:grpSpPr>
          <p:sp>
            <p:nvSpPr>
              <p:cNvPr id="130" name="Google Shape;130;p16"/>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6"/>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6"/>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16"/>
            <p:cNvGrpSpPr/>
            <p:nvPr/>
          </p:nvGrpSpPr>
          <p:grpSpPr>
            <a:xfrm flipH="1">
              <a:off x="8534151" y="-825773"/>
              <a:ext cx="746312" cy="2083012"/>
              <a:chOff x="-138931" y="1713427"/>
              <a:chExt cx="746312" cy="2083012"/>
            </a:xfrm>
          </p:grpSpPr>
          <p:sp>
            <p:nvSpPr>
              <p:cNvPr id="136" name="Google Shape;136;p16"/>
              <p:cNvSpPr/>
              <p:nvPr/>
            </p:nvSpPr>
            <p:spPr>
              <a:xfrm rot="5400000">
                <a:off x="-88941" y="238704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rot="5400000">
                <a:off x="-88941" y="166343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p:nvPr/>
            </p:nvSpPr>
            <p:spPr>
              <a:xfrm rot="5400000">
                <a:off x="-88941" y="310011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9" name="Shape 139"/>
        <p:cNvGrpSpPr/>
        <p:nvPr/>
      </p:nvGrpSpPr>
      <p:grpSpPr>
        <a:xfrm>
          <a:off x="0" y="0"/>
          <a:ext cx="0" cy="0"/>
          <a:chOff x="0" y="0"/>
          <a:chExt cx="0" cy="0"/>
        </a:xfrm>
      </p:grpSpPr>
      <p:grpSp>
        <p:nvGrpSpPr>
          <p:cNvPr id="140" name="Google Shape;140;p17"/>
          <p:cNvGrpSpPr/>
          <p:nvPr/>
        </p:nvGrpSpPr>
        <p:grpSpPr>
          <a:xfrm rot="5400000">
            <a:off x="7968200" y="710625"/>
            <a:ext cx="1600200" cy="447675"/>
            <a:chOff x="3343275" y="4591050"/>
            <a:chExt cx="1600200" cy="447675"/>
          </a:xfrm>
        </p:grpSpPr>
        <p:sp>
          <p:nvSpPr>
            <p:cNvPr id="141" name="Google Shape;141;p17"/>
            <p:cNvSpPr/>
            <p:nvPr/>
          </p:nvSpPr>
          <p:spPr>
            <a:xfrm>
              <a:off x="3343275" y="47339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7"/>
            <p:cNvSpPr/>
            <p:nvPr/>
          </p:nvSpPr>
          <p:spPr>
            <a:xfrm>
              <a:off x="3800475" y="4591050"/>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4057650" y="48482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4343400"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a:off x="4752975"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17"/>
          <p:cNvGrpSpPr/>
          <p:nvPr/>
        </p:nvGrpSpPr>
        <p:grpSpPr>
          <a:xfrm rot="5400000">
            <a:off x="8192376" y="839551"/>
            <a:ext cx="1219125" cy="189748"/>
            <a:chOff x="3914775" y="4734000"/>
            <a:chExt cx="1219125" cy="189748"/>
          </a:xfrm>
        </p:grpSpPr>
        <p:cxnSp>
          <p:nvCxnSpPr>
            <p:cNvPr id="147" name="Google Shape;147;p17"/>
            <p:cNvCxnSpPr>
              <a:stCxn id="141" idx="6"/>
              <a:endCxn id="142" idx="2"/>
            </p:cNvCxnSpPr>
            <p:nvPr/>
          </p:nvCxnSpPr>
          <p:spPr>
            <a:xfrm rot="-5400000">
              <a:off x="3976725" y="4672050"/>
              <a:ext cx="142800" cy="2667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17"/>
            <p:cNvCxnSpPr>
              <a:stCxn id="142" idx="5"/>
              <a:endCxn id="143" idx="1"/>
            </p:cNvCxnSpPr>
            <p:nvPr/>
          </p:nvCxnSpPr>
          <p:spPr>
            <a:xfrm flipH="1" rot="-5400000">
              <a:off x="4344077" y="4801277"/>
              <a:ext cx="122400" cy="122400"/>
            </a:xfrm>
            <a:prstGeom prst="straightConnector1">
              <a:avLst/>
            </a:prstGeom>
            <a:noFill/>
            <a:ln cap="flat" cmpd="sng" w="9525">
              <a:solidFill>
                <a:schemeClr val="dk1"/>
              </a:solidFill>
              <a:prstDash val="solid"/>
              <a:round/>
              <a:headEnd len="med" w="med" type="none"/>
              <a:tailEnd len="med" w="med" type="none"/>
            </a:ln>
          </p:spPr>
        </p:cxnSp>
        <p:cxnSp>
          <p:nvCxnSpPr>
            <p:cNvPr id="149" name="Google Shape;149;p17"/>
            <p:cNvCxnSpPr>
              <a:stCxn id="143" idx="7"/>
              <a:endCxn id="144" idx="3"/>
            </p:cNvCxnSpPr>
            <p:nvPr/>
          </p:nvCxnSpPr>
          <p:spPr>
            <a:xfrm rot="-5400000">
              <a:off x="4648802" y="4820398"/>
              <a:ext cx="55800" cy="150900"/>
            </a:xfrm>
            <a:prstGeom prst="straightConnector1">
              <a:avLst/>
            </a:prstGeom>
            <a:noFill/>
            <a:ln cap="flat" cmpd="sng" w="9525">
              <a:solidFill>
                <a:schemeClr val="dk1"/>
              </a:solidFill>
              <a:prstDash val="solid"/>
              <a:round/>
              <a:headEnd len="med" w="med" type="none"/>
              <a:tailEnd len="med" w="med" type="none"/>
            </a:ln>
          </p:spPr>
        </p:cxnSp>
        <p:cxnSp>
          <p:nvCxnSpPr>
            <p:cNvPr id="150" name="Google Shape;150;p17"/>
            <p:cNvCxnSpPr>
              <a:stCxn id="144" idx="6"/>
              <a:endCxn id="145" idx="2"/>
            </p:cNvCxnSpPr>
            <p:nvPr/>
          </p:nvCxnSpPr>
          <p:spPr>
            <a:xfrm rot="10800000">
              <a:off x="5024400" y="4691100"/>
              <a:ext cx="0" cy="219000"/>
            </a:xfrm>
            <a:prstGeom prst="straightConnector1">
              <a:avLst/>
            </a:prstGeom>
            <a:noFill/>
            <a:ln cap="flat" cmpd="sng" w="9525">
              <a:solidFill>
                <a:schemeClr val="dk1"/>
              </a:solidFill>
              <a:prstDash val="solid"/>
              <a:round/>
              <a:headEnd len="med" w="med" type="none"/>
              <a:tailEnd len="med" w="med" type="none"/>
            </a:ln>
          </p:spPr>
        </p:cxnSp>
      </p:grpSp>
      <p:grpSp>
        <p:nvGrpSpPr>
          <p:cNvPr id="151" name="Google Shape;151;p17"/>
          <p:cNvGrpSpPr/>
          <p:nvPr/>
        </p:nvGrpSpPr>
        <p:grpSpPr>
          <a:xfrm>
            <a:off x="-247168" y="-148523"/>
            <a:ext cx="9616396" cy="5440538"/>
            <a:chOff x="7" y="-148523"/>
            <a:chExt cx="9616396" cy="5440538"/>
          </a:xfrm>
        </p:grpSpPr>
        <p:grpSp>
          <p:nvGrpSpPr>
            <p:cNvPr id="152" name="Google Shape;152;p17"/>
            <p:cNvGrpSpPr/>
            <p:nvPr/>
          </p:nvGrpSpPr>
          <p:grpSpPr>
            <a:xfrm>
              <a:off x="8615195" y="3915977"/>
              <a:ext cx="1001209" cy="1376038"/>
              <a:chOff x="334195" y="-386561"/>
              <a:chExt cx="1001209" cy="1376038"/>
            </a:xfrm>
          </p:grpSpPr>
          <p:sp>
            <p:nvSpPr>
              <p:cNvPr id="153" name="Google Shape;153;p17"/>
              <p:cNvSpPr/>
              <p:nvPr/>
            </p:nvSpPr>
            <p:spPr>
              <a:xfrm>
                <a:off x="689023"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p:nvPr/>
            </p:nvSpPr>
            <p:spPr>
              <a:xfrm>
                <a:off x="334195"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17"/>
            <p:cNvGrpSpPr/>
            <p:nvPr/>
          </p:nvGrpSpPr>
          <p:grpSpPr>
            <a:xfrm>
              <a:off x="7" y="-148523"/>
              <a:ext cx="1001209" cy="1376038"/>
              <a:chOff x="-138218" y="-386561"/>
              <a:chExt cx="1001209" cy="1376038"/>
            </a:xfrm>
          </p:grpSpPr>
          <p:sp>
            <p:nvSpPr>
              <p:cNvPr id="156" name="Google Shape;156;p17"/>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8" name="Google Shape;158;p1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59" name="Google Shape;159;p17"/>
          <p:cNvSpPr txBox="1"/>
          <p:nvPr>
            <p:ph idx="1" type="subTitle"/>
          </p:nvPr>
        </p:nvSpPr>
        <p:spPr>
          <a:xfrm>
            <a:off x="4632181" y="1304925"/>
            <a:ext cx="3798600" cy="3299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160" name="Google Shape;160;p17"/>
          <p:cNvSpPr txBox="1"/>
          <p:nvPr>
            <p:ph idx="2" type="subTitle"/>
          </p:nvPr>
        </p:nvSpPr>
        <p:spPr>
          <a:xfrm>
            <a:off x="719875" y="1304925"/>
            <a:ext cx="3798600" cy="3299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1" name="Shape 161"/>
        <p:cNvGrpSpPr/>
        <p:nvPr/>
      </p:nvGrpSpPr>
      <p:grpSpPr>
        <a:xfrm>
          <a:off x="0" y="0"/>
          <a:ext cx="0" cy="0"/>
          <a:chOff x="0" y="0"/>
          <a:chExt cx="0" cy="0"/>
        </a:xfrm>
      </p:grpSpPr>
      <p:sp>
        <p:nvSpPr>
          <p:cNvPr id="162" name="Google Shape;162;p1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163" name="Google Shape;163;p18"/>
          <p:cNvGrpSpPr/>
          <p:nvPr/>
        </p:nvGrpSpPr>
        <p:grpSpPr>
          <a:xfrm flipH="1">
            <a:off x="292732" y="187125"/>
            <a:ext cx="1104975" cy="209625"/>
            <a:chOff x="7743825" y="187125"/>
            <a:chExt cx="1104975" cy="209625"/>
          </a:xfrm>
        </p:grpSpPr>
        <p:sp>
          <p:nvSpPr>
            <p:cNvPr id="164" name="Google Shape;164;p18"/>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8"/>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 name="Google Shape;172;p18"/>
          <p:cNvGrpSpPr/>
          <p:nvPr/>
        </p:nvGrpSpPr>
        <p:grpSpPr>
          <a:xfrm>
            <a:off x="-1147162" y="-825773"/>
            <a:ext cx="10427625" cy="6221350"/>
            <a:chOff x="-1147162" y="-825773"/>
            <a:chExt cx="10427625" cy="6221350"/>
          </a:xfrm>
        </p:grpSpPr>
        <p:grpSp>
          <p:nvGrpSpPr>
            <p:cNvPr id="173" name="Google Shape;173;p18"/>
            <p:cNvGrpSpPr/>
            <p:nvPr/>
          </p:nvGrpSpPr>
          <p:grpSpPr>
            <a:xfrm flipH="1">
              <a:off x="-1147162" y="4019539"/>
              <a:ext cx="2083012" cy="1376038"/>
              <a:chOff x="-138218" y="-386561"/>
              <a:chExt cx="2083012" cy="1376038"/>
            </a:xfrm>
          </p:grpSpPr>
          <p:sp>
            <p:nvSpPr>
              <p:cNvPr id="174" name="Google Shape;174;p18"/>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8"/>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8"/>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 name="Google Shape;179;p18"/>
            <p:cNvGrpSpPr/>
            <p:nvPr/>
          </p:nvGrpSpPr>
          <p:grpSpPr>
            <a:xfrm flipH="1">
              <a:off x="8534151" y="-825773"/>
              <a:ext cx="746312" cy="2083012"/>
              <a:chOff x="-138931" y="1713427"/>
              <a:chExt cx="746312" cy="2083012"/>
            </a:xfrm>
          </p:grpSpPr>
          <p:sp>
            <p:nvSpPr>
              <p:cNvPr id="180" name="Google Shape;180;p18"/>
              <p:cNvSpPr/>
              <p:nvPr/>
            </p:nvSpPr>
            <p:spPr>
              <a:xfrm rot="5400000">
                <a:off x="-88941" y="238704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8"/>
              <p:cNvSpPr/>
              <p:nvPr/>
            </p:nvSpPr>
            <p:spPr>
              <a:xfrm rot="5400000">
                <a:off x="-88941" y="166343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8"/>
              <p:cNvSpPr/>
              <p:nvPr/>
            </p:nvSpPr>
            <p:spPr>
              <a:xfrm rot="5400000">
                <a:off x="-88941" y="310011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83" name="Google Shape;183;p18"/>
          <p:cNvPicPr preferRelativeResize="0"/>
          <p:nvPr/>
        </p:nvPicPr>
        <p:blipFill rotWithShape="1">
          <a:blip r:embed="rId2">
            <a:alphaModFix/>
          </a:blip>
          <a:srcRect b="18226" l="16403" r="16396" t="18220"/>
          <a:stretch/>
        </p:blipFill>
        <p:spPr>
          <a:xfrm flipH="1" rot="-3924606">
            <a:off x="8138341" y="3986007"/>
            <a:ext cx="1169709" cy="1106289"/>
          </a:xfrm>
          <a:prstGeom prst="rect">
            <a:avLst/>
          </a:prstGeom>
          <a:noFill/>
          <a:ln>
            <a:noFill/>
          </a:ln>
          <a:effectLst>
            <a:outerShdw blurRad="57150" rotWithShape="0" algn="bl" dir="5400000" dist="19050">
              <a:schemeClr val="lt1">
                <a:alpha val="50000"/>
              </a:schemeClr>
            </a:outerShdw>
          </a:effectLst>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4" name="Shape 184"/>
        <p:cNvGrpSpPr/>
        <p:nvPr/>
      </p:nvGrpSpPr>
      <p:grpSpPr>
        <a:xfrm>
          <a:off x="0" y="0"/>
          <a:ext cx="0" cy="0"/>
          <a:chOff x="0" y="0"/>
          <a:chExt cx="0" cy="0"/>
        </a:xfrm>
      </p:grpSpPr>
      <p:sp>
        <p:nvSpPr>
          <p:cNvPr id="185" name="Google Shape;185;p19"/>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86" name="Google Shape;186;p19"/>
          <p:cNvSpPr txBox="1"/>
          <p:nvPr>
            <p:ph idx="1" type="subTitle"/>
          </p:nvPr>
        </p:nvSpPr>
        <p:spPr>
          <a:xfrm>
            <a:off x="720000" y="1700300"/>
            <a:ext cx="4294800" cy="2148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1"/>
              </a:buClr>
              <a:buSzPts val="1600"/>
              <a:buFont typeface="Karla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grpSp>
        <p:nvGrpSpPr>
          <p:cNvPr id="187" name="Google Shape;187;p19"/>
          <p:cNvGrpSpPr/>
          <p:nvPr/>
        </p:nvGrpSpPr>
        <p:grpSpPr>
          <a:xfrm>
            <a:off x="7858125" y="187125"/>
            <a:ext cx="1104975" cy="209625"/>
            <a:chOff x="7743825" y="187125"/>
            <a:chExt cx="1104975" cy="209625"/>
          </a:xfrm>
        </p:grpSpPr>
        <p:sp>
          <p:nvSpPr>
            <p:cNvPr id="188" name="Google Shape;188;p19"/>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19"/>
          <p:cNvGrpSpPr/>
          <p:nvPr/>
        </p:nvGrpSpPr>
        <p:grpSpPr>
          <a:xfrm>
            <a:off x="6347757" y="4649265"/>
            <a:ext cx="2083012" cy="746312"/>
            <a:chOff x="8177107" y="4649265"/>
            <a:chExt cx="2083012" cy="746312"/>
          </a:xfrm>
        </p:grpSpPr>
        <p:sp>
          <p:nvSpPr>
            <p:cNvPr id="197" name="Google Shape;197;p19"/>
            <p:cNvSpPr/>
            <p:nvPr/>
          </p:nvSpPr>
          <p:spPr>
            <a:xfrm>
              <a:off x="8900713"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9"/>
            <p:cNvSpPr/>
            <p:nvPr/>
          </p:nvSpPr>
          <p:spPr>
            <a:xfrm>
              <a:off x="8177107"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a:off x="9613788"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00" name="Google Shape;200;p19"/>
          <p:cNvPicPr preferRelativeResize="0"/>
          <p:nvPr/>
        </p:nvPicPr>
        <p:blipFill rotWithShape="1">
          <a:blip r:embed="rId2">
            <a:alphaModFix/>
          </a:blip>
          <a:srcRect b="18226" l="16403" r="16396" t="18220"/>
          <a:stretch/>
        </p:blipFill>
        <p:spPr>
          <a:xfrm rot="5400008">
            <a:off x="-418004" y="3932521"/>
            <a:ext cx="1169708" cy="1106287"/>
          </a:xfrm>
          <a:prstGeom prst="rect">
            <a:avLst/>
          </a:prstGeom>
          <a:noFill/>
          <a:ln>
            <a:noFill/>
          </a:ln>
          <a:effectLst>
            <a:outerShdw blurRad="57150" rotWithShape="0" algn="bl" dir="5400000" dist="19050">
              <a:schemeClr val="lt1">
                <a:alpha val="50000"/>
              </a:schemeClr>
            </a:outerShdw>
          </a:effectLst>
        </p:spPr>
      </p:pic>
      <p:grpSp>
        <p:nvGrpSpPr>
          <p:cNvPr id="201" name="Google Shape;201;p19"/>
          <p:cNvGrpSpPr/>
          <p:nvPr/>
        </p:nvGrpSpPr>
        <p:grpSpPr>
          <a:xfrm flipH="1">
            <a:off x="57156" y="74319"/>
            <a:ext cx="1019288" cy="599000"/>
            <a:chOff x="7921131" y="93369"/>
            <a:chExt cx="1019288" cy="599000"/>
          </a:xfrm>
        </p:grpSpPr>
        <p:sp>
          <p:nvSpPr>
            <p:cNvPr id="202" name="Google Shape;202;p19"/>
            <p:cNvSpPr/>
            <p:nvPr/>
          </p:nvSpPr>
          <p:spPr>
            <a:xfrm flipH="1" rot="-5400000">
              <a:off x="8778419"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flipH="1" rot="-5400000">
              <a:off x="7921131"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flipH="1" rot="-5400000">
              <a:off x="8349856" y="38381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
            <p:cNvSpPr/>
            <p:nvPr/>
          </p:nvSpPr>
          <p:spPr>
            <a:xfrm flipH="1" rot="-5400000">
              <a:off x="8778419" y="530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9"/>
          <p:cNvGrpSpPr/>
          <p:nvPr/>
        </p:nvGrpSpPr>
        <p:grpSpPr>
          <a:xfrm>
            <a:off x="138156" y="155319"/>
            <a:ext cx="776400" cy="356100"/>
            <a:chOff x="138156" y="155319"/>
            <a:chExt cx="776400" cy="356100"/>
          </a:xfrm>
        </p:grpSpPr>
        <p:cxnSp>
          <p:nvCxnSpPr>
            <p:cNvPr id="207" name="Google Shape;207;p19"/>
            <p:cNvCxnSpPr>
              <a:stCxn id="202" idx="6"/>
              <a:endCxn id="205" idx="2"/>
            </p:cNvCxnSpPr>
            <p:nvPr/>
          </p:nvCxnSpPr>
          <p:spPr>
            <a:xfrm>
              <a:off x="138156" y="236319"/>
              <a:ext cx="0" cy="275100"/>
            </a:xfrm>
            <a:prstGeom prst="straightConnector1">
              <a:avLst/>
            </a:prstGeom>
            <a:noFill/>
            <a:ln cap="flat" cmpd="sng" w="9525">
              <a:solidFill>
                <a:schemeClr val="dk1"/>
              </a:solidFill>
              <a:prstDash val="solid"/>
              <a:round/>
              <a:headEnd len="med" w="med" type="none"/>
              <a:tailEnd len="med" w="med" type="none"/>
            </a:ln>
          </p:spPr>
        </p:cxnSp>
        <p:cxnSp>
          <p:nvCxnSpPr>
            <p:cNvPr id="208" name="Google Shape;208;p19"/>
            <p:cNvCxnSpPr>
              <a:stCxn id="202" idx="0"/>
              <a:endCxn id="203" idx="4"/>
            </p:cNvCxnSpPr>
            <p:nvPr/>
          </p:nvCxnSpPr>
          <p:spPr>
            <a:xfrm>
              <a:off x="219156" y="155319"/>
              <a:ext cx="695400" cy="0"/>
            </a:xfrm>
            <a:prstGeom prst="straightConnector1">
              <a:avLst/>
            </a:prstGeom>
            <a:noFill/>
            <a:ln cap="flat" cmpd="sng" w="9525">
              <a:solidFill>
                <a:schemeClr val="dk1"/>
              </a:solidFill>
              <a:prstDash val="solid"/>
              <a:round/>
              <a:headEnd len="med" w="med" type="none"/>
              <a:tailEnd len="med" w="med" type="none"/>
            </a:ln>
          </p:spPr>
        </p:cxnSp>
        <p:cxnSp>
          <p:nvCxnSpPr>
            <p:cNvPr id="209" name="Google Shape;209;p19"/>
            <p:cNvCxnSpPr>
              <a:stCxn id="204" idx="3"/>
              <a:endCxn id="202" idx="7"/>
            </p:cNvCxnSpPr>
            <p:nvPr/>
          </p:nvCxnSpPr>
          <p:spPr>
            <a:xfrm rot="10800000">
              <a:off x="195343" y="212693"/>
              <a:ext cx="314100" cy="1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0" name="Shape 210"/>
        <p:cNvGrpSpPr/>
        <p:nvPr/>
      </p:nvGrpSpPr>
      <p:grpSpPr>
        <a:xfrm>
          <a:off x="0" y="0"/>
          <a:ext cx="0" cy="0"/>
          <a:chOff x="0" y="0"/>
          <a:chExt cx="0" cy="0"/>
        </a:xfrm>
      </p:grpSpPr>
      <p:pic>
        <p:nvPicPr>
          <p:cNvPr id="211" name="Google Shape;211;p20"/>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212" name="Google Shape;212;p20"/>
          <p:cNvSpPr txBox="1"/>
          <p:nvPr>
            <p:ph type="title"/>
          </p:nvPr>
        </p:nvSpPr>
        <p:spPr>
          <a:xfrm>
            <a:off x="713225" y="1597738"/>
            <a:ext cx="4392300" cy="18744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13" name="Google Shape;213;p20"/>
          <p:cNvGrpSpPr/>
          <p:nvPr/>
        </p:nvGrpSpPr>
        <p:grpSpPr>
          <a:xfrm flipH="1">
            <a:off x="311076" y="187125"/>
            <a:ext cx="1104975" cy="209625"/>
            <a:chOff x="7743825" y="187125"/>
            <a:chExt cx="1104975" cy="209625"/>
          </a:xfrm>
        </p:grpSpPr>
        <p:sp>
          <p:nvSpPr>
            <p:cNvPr id="214" name="Google Shape;214;p20"/>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0"/>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0"/>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0"/>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20"/>
          <p:cNvGrpSpPr/>
          <p:nvPr/>
        </p:nvGrpSpPr>
        <p:grpSpPr>
          <a:xfrm>
            <a:off x="-833543" y="-206810"/>
            <a:ext cx="9766187" cy="5602387"/>
            <a:chOff x="-833543" y="-206810"/>
            <a:chExt cx="9766187" cy="5602387"/>
          </a:xfrm>
        </p:grpSpPr>
        <p:grpSp>
          <p:nvGrpSpPr>
            <p:cNvPr id="223" name="Google Shape;223;p20"/>
            <p:cNvGrpSpPr/>
            <p:nvPr/>
          </p:nvGrpSpPr>
          <p:grpSpPr>
            <a:xfrm>
              <a:off x="6849632" y="-206810"/>
              <a:ext cx="2083012" cy="746312"/>
              <a:chOff x="6849632" y="-206810"/>
              <a:chExt cx="2083012" cy="746312"/>
            </a:xfrm>
          </p:grpSpPr>
          <p:sp>
            <p:nvSpPr>
              <p:cNvPr id="224" name="Google Shape;224;p20"/>
              <p:cNvSpPr/>
              <p:nvPr/>
            </p:nvSpPr>
            <p:spPr>
              <a:xfrm flipH="1">
                <a:off x="7562707"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flipH="1">
                <a:off x="8286313"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0"/>
              <p:cNvSpPr/>
              <p:nvPr/>
            </p:nvSpPr>
            <p:spPr>
              <a:xfrm flipH="1">
                <a:off x="6849632"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20"/>
            <p:cNvGrpSpPr/>
            <p:nvPr/>
          </p:nvGrpSpPr>
          <p:grpSpPr>
            <a:xfrm flipH="1">
              <a:off x="-833543" y="4019539"/>
              <a:ext cx="2083012" cy="1376038"/>
              <a:chOff x="-138218" y="-386561"/>
              <a:chExt cx="2083012" cy="1376038"/>
            </a:xfrm>
          </p:grpSpPr>
          <p:sp>
            <p:nvSpPr>
              <p:cNvPr id="228" name="Google Shape;228;p20"/>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3" name="Shape 233"/>
        <p:cNvGrpSpPr/>
        <p:nvPr/>
      </p:nvGrpSpPr>
      <p:grpSpPr>
        <a:xfrm>
          <a:off x="0" y="0"/>
          <a:ext cx="0" cy="0"/>
          <a:chOff x="0" y="0"/>
          <a:chExt cx="0" cy="0"/>
        </a:xfrm>
      </p:grpSpPr>
      <p:pic>
        <p:nvPicPr>
          <p:cNvPr id="234" name="Google Shape;234;p21"/>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235" name="Google Shape;235;p21"/>
          <p:cNvSpPr txBox="1"/>
          <p:nvPr>
            <p:ph type="title"/>
          </p:nvPr>
        </p:nvSpPr>
        <p:spPr>
          <a:xfrm>
            <a:off x="3557875" y="1581813"/>
            <a:ext cx="4872900" cy="1161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sz="65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236" name="Google Shape;236;p21"/>
          <p:cNvSpPr txBox="1"/>
          <p:nvPr>
            <p:ph idx="1" type="subTitle"/>
          </p:nvPr>
        </p:nvSpPr>
        <p:spPr>
          <a:xfrm>
            <a:off x="3557875" y="2816913"/>
            <a:ext cx="4872900" cy="671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37" name="Google Shape;237;p21"/>
          <p:cNvGrpSpPr/>
          <p:nvPr/>
        </p:nvGrpSpPr>
        <p:grpSpPr>
          <a:xfrm>
            <a:off x="7743825" y="187125"/>
            <a:ext cx="1104975" cy="209625"/>
            <a:chOff x="7743825" y="187125"/>
            <a:chExt cx="1104975" cy="209625"/>
          </a:xfrm>
        </p:grpSpPr>
        <p:sp>
          <p:nvSpPr>
            <p:cNvPr id="238" name="Google Shape;238;p21"/>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1"/>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1"/>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21"/>
          <p:cNvGrpSpPr/>
          <p:nvPr/>
        </p:nvGrpSpPr>
        <p:grpSpPr>
          <a:xfrm>
            <a:off x="-415156" y="2"/>
            <a:ext cx="10408575" cy="5395575"/>
            <a:chOff x="-415156" y="2"/>
            <a:chExt cx="10408575" cy="5395575"/>
          </a:xfrm>
        </p:grpSpPr>
        <p:grpSp>
          <p:nvGrpSpPr>
            <p:cNvPr id="247" name="Google Shape;247;p21"/>
            <p:cNvGrpSpPr/>
            <p:nvPr/>
          </p:nvGrpSpPr>
          <p:grpSpPr>
            <a:xfrm rot="5400000">
              <a:off x="-768643" y="353489"/>
              <a:ext cx="2083012" cy="1376038"/>
              <a:chOff x="-138218" y="-386561"/>
              <a:chExt cx="2083012" cy="1376038"/>
            </a:xfrm>
          </p:grpSpPr>
          <p:sp>
            <p:nvSpPr>
              <p:cNvPr id="248" name="Google Shape;248;p21"/>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1"/>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21"/>
            <p:cNvGrpSpPr/>
            <p:nvPr/>
          </p:nvGrpSpPr>
          <p:grpSpPr>
            <a:xfrm>
              <a:off x="7910407" y="4019539"/>
              <a:ext cx="2083012" cy="1376038"/>
              <a:chOff x="-138218" y="-386561"/>
              <a:chExt cx="2083012" cy="1376038"/>
            </a:xfrm>
          </p:grpSpPr>
          <p:sp>
            <p:nvSpPr>
              <p:cNvPr id="254" name="Google Shape;254;p21"/>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1"/>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9" name="Shape 259"/>
        <p:cNvGrpSpPr/>
        <p:nvPr/>
      </p:nvGrpSpPr>
      <p:grpSpPr>
        <a:xfrm>
          <a:off x="0" y="0"/>
          <a:ext cx="0" cy="0"/>
          <a:chOff x="0" y="0"/>
          <a:chExt cx="0" cy="0"/>
        </a:xfrm>
      </p:grpSpPr>
      <p:sp>
        <p:nvSpPr>
          <p:cNvPr id="260" name="Google Shape;260;p22"/>
          <p:cNvSpPr/>
          <p:nvPr>
            <p:ph idx="2" type="pic"/>
          </p:nvPr>
        </p:nvSpPr>
        <p:spPr>
          <a:xfrm>
            <a:off x="-25" y="-13725"/>
            <a:ext cx="9144000" cy="5157300"/>
          </a:xfrm>
          <a:prstGeom prst="rect">
            <a:avLst/>
          </a:prstGeom>
          <a:noFill/>
          <a:ln>
            <a:noFill/>
          </a:ln>
        </p:spPr>
      </p:sp>
      <p:sp>
        <p:nvSpPr>
          <p:cNvPr id="261" name="Google Shape;261;p22"/>
          <p:cNvSpPr txBox="1"/>
          <p:nvPr>
            <p:ph type="title"/>
          </p:nvPr>
        </p:nvSpPr>
        <p:spPr>
          <a:xfrm>
            <a:off x="720000" y="3981450"/>
            <a:ext cx="7704000" cy="6225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2" name="Shape 262"/>
        <p:cNvGrpSpPr/>
        <p:nvPr/>
      </p:nvGrpSpPr>
      <p:grpSpPr>
        <a:xfrm>
          <a:off x="0" y="0"/>
          <a:ext cx="0" cy="0"/>
          <a:chOff x="0" y="0"/>
          <a:chExt cx="0" cy="0"/>
        </a:xfrm>
      </p:grpSpPr>
      <p:pic>
        <p:nvPicPr>
          <p:cNvPr id="263" name="Google Shape;263;p23"/>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264" name="Google Shape;264;p23"/>
          <p:cNvSpPr txBox="1"/>
          <p:nvPr>
            <p:ph hasCustomPrompt="1" type="title"/>
          </p:nvPr>
        </p:nvSpPr>
        <p:spPr>
          <a:xfrm>
            <a:off x="3227275" y="1745663"/>
            <a:ext cx="5203500" cy="1068900"/>
          </a:xfrm>
          <a:prstGeom prst="rect">
            <a:avLst/>
          </a:prstGeom>
        </p:spPr>
        <p:txBody>
          <a:bodyPr anchorCtr="0" anchor="b" bIns="91425" lIns="91425" spcFirstLastPara="1" rIns="91425" wrap="square" tIns="91425">
            <a:noAutofit/>
          </a:bodyPr>
          <a:lstStyle>
            <a:lvl1pPr lvl="0" algn="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5" name="Google Shape;265;p23"/>
          <p:cNvSpPr txBox="1"/>
          <p:nvPr>
            <p:ph idx="1" type="subTitle"/>
          </p:nvPr>
        </p:nvSpPr>
        <p:spPr>
          <a:xfrm>
            <a:off x="3227275" y="2986237"/>
            <a:ext cx="5203500" cy="4116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266" name="Google Shape;266;p23"/>
          <p:cNvGrpSpPr/>
          <p:nvPr/>
        </p:nvGrpSpPr>
        <p:grpSpPr>
          <a:xfrm>
            <a:off x="7743825" y="187125"/>
            <a:ext cx="1104975" cy="209625"/>
            <a:chOff x="7743825" y="187125"/>
            <a:chExt cx="1104975" cy="209625"/>
          </a:xfrm>
        </p:grpSpPr>
        <p:sp>
          <p:nvSpPr>
            <p:cNvPr id="267" name="Google Shape;267;p23"/>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3"/>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3"/>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3"/>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3"/>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23"/>
          <p:cNvGrpSpPr/>
          <p:nvPr/>
        </p:nvGrpSpPr>
        <p:grpSpPr>
          <a:xfrm>
            <a:off x="-558031" y="2"/>
            <a:ext cx="9853987" cy="5263287"/>
            <a:chOff x="-596131" y="2"/>
            <a:chExt cx="9853987" cy="5263287"/>
          </a:xfrm>
        </p:grpSpPr>
        <p:grpSp>
          <p:nvGrpSpPr>
            <p:cNvPr id="276" name="Google Shape;276;p23"/>
            <p:cNvGrpSpPr/>
            <p:nvPr/>
          </p:nvGrpSpPr>
          <p:grpSpPr>
            <a:xfrm rot="5400000">
              <a:off x="-949618" y="353489"/>
              <a:ext cx="2083012" cy="1376038"/>
              <a:chOff x="-138218" y="-386561"/>
              <a:chExt cx="2083012" cy="1376038"/>
            </a:xfrm>
          </p:grpSpPr>
          <p:sp>
            <p:nvSpPr>
              <p:cNvPr id="277" name="Google Shape;277;p23"/>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3"/>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 name="Google Shape;282;p23"/>
            <p:cNvGrpSpPr/>
            <p:nvPr/>
          </p:nvGrpSpPr>
          <p:grpSpPr>
            <a:xfrm>
              <a:off x="8511544" y="3180277"/>
              <a:ext cx="746312" cy="2083012"/>
              <a:chOff x="8511544" y="3180277"/>
              <a:chExt cx="746312" cy="2083012"/>
            </a:xfrm>
          </p:grpSpPr>
          <p:sp>
            <p:nvSpPr>
              <p:cNvPr id="283" name="Google Shape;283;p23"/>
              <p:cNvSpPr/>
              <p:nvPr/>
            </p:nvSpPr>
            <p:spPr>
              <a:xfrm rot="5400000">
                <a:off x="8561534" y="385389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3"/>
              <p:cNvSpPr/>
              <p:nvPr/>
            </p:nvSpPr>
            <p:spPr>
              <a:xfrm rot="5400000">
                <a:off x="8561534" y="313028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rot="5400000">
                <a:off x="8561534" y="456696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86" name="Shape 28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87" name="Shape 287"/>
        <p:cNvGrpSpPr/>
        <p:nvPr/>
      </p:nvGrpSpPr>
      <p:grpSpPr>
        <a:xfrm>
          <a:off x="0" y="0"/>
          <a:ext cx="0" cy="0"/>
          <a:chOff x="0" y="0"/>
          <a:chExt cx="0" cy="0"/>
        </a:xfrm>
      </p:grpSpPr>
      <p:sp>
        <p:nvSpPr>
          <p:cNvPr id="288" name="Google Shape;288;p2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89" name="Google Shape;289;p25"/>
          <p:cNvSpPr txBox="1"/>
          <p:nvPr>
            <p:ph idx="1" type="subTitle"/>
          </p:nvPr>
        </p:nvSpPr>
        <p:spPr>
          <a:xfrm>
            <a:off x="1035174" y="2285385"/>
            <a:ext cx="262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0" name="Google Shape;290;p25"/>
          <p:cNvSpPr txBox="1"/>
          <p:nvPr>
            <p:ph idx="2" type="subTitle"/>
          </p:nvPr>
        </p:nvSpPr>
        <p:spPr>
          <a:xfrm>
            <a:off x="5479916" y="2285385"/>
            <a:ext cx="2628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 name="Google Shape;291;p25"/>
          <p:cNvSpPr txBox="1"/>
          <p:nvPr>
            <p:ph idx="3" type="subTitle"/>
          </p:nvPr>
        </p:nvSpPr>
        <p:spPr>
          <a:xfrm>
            <a:off x="5479916" y="4031299"/>
            <a:ext cx="2628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2" name="Google Shape;292;p25"/>
          <p:cNvSpPr txBox="1"/>
          <p:nvPr>
            <p:ph idx="4" type="subTitle"/>
          </p:nvPr>
        </p:nvSpPr>
        <p:spPr>
          <a:xfrm>
            <a:off x="1035174" y="4031299"/>
            <a:ext cx="262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3" name="Google Shape;293;p25"/>
          <p:cNvSpPr txBox="1"/>
          <p:nvPr>
            <p:ph hasCustomPrompt="1" idx="5" type="title"/>
          </p:nvPr>
        </p:nvSpPr>
        <p:spPr>
          <a:xfrm>
            <a:off x="1035175" y="1283125"/>
            <a:ext cx="7692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 name="Google Shape;294;p25"/>
          <p:cNvSpPr txBox="1"/>
          <p:nvPr>
            <p:ph hasCustomPrompt="1" idx="6" type="title"/>
          </p:nvPr>
        </p:nvSpPr>
        <p:spPr>
          <a:xfrm>
            <a:off x="5479924" y="3029025"/>
            <a:ext cx="7692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5" name="Google Shape;295;p25"/>
          <p:cNvSpPr txBox="1"/>
          <p:nvPr>
            <p:ph hasCustomPrompt="1" idx="7" type="title"/>
          </p:nvPr>
        </p:nvSpPr>
        <p:spPr>
          <a:xfrm>
            <a:off x="5479924" y="1283125"/>
            <a:ext cx="7692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6" name="Google Shape;296;p25"/>
          <p:cNvSpPr txBox="1"/>
          <p:nvPr>
            <p:ph hasCustomPrompt="1" idx="8" type="title"/>
          </p:nvPr>
        </p:nvSpPr>
        <p:spPr>
          <a:xfrm>
            <a:off x="1035175" y="3029025"/>
            <a:ext cx="7692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7" name="Google Shape;297;p25"/>
          <p:cNvSpPr txBox="1"/>
          <p:nvPr>
            <p:ph idx="9" type="subTitle"/>
          </p:nvPr>
        </p:nvSpPr>
        <p:spPr>
          <a:xfrm>
            <a:off x="1035174" y="1877300"/>
            <a:ext cx="26244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298" name="Google Shape;298;p25"/>
          <p:cNvSpPr txBox="1"/>
          <p:nvPr>
            <p:ph idx="13" type="subTitle"/>
          </p:nvPr>
        </p:nvSpPr>
        <p:spPr>
          <a:xfrm>
            <a:off x="5479916" y="1877300"/>
            <a:ext cx="26289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299" name="Google Shape;299;p25"/>
          <p:cNvSpPr txBox="1"/>
          <p:nvPr>
            <p:ph idx="14" type="subTitle"/>
          </p:nvPr>
        </p:nvSpPr>
        <p:spPr>
          <a:xfrm>
            <a:off x="1035174" y="3623214"/>
            <a:ext cx="26244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300" name="Google Shape;300;p25"/>
          <p:cNvSpPr txBox="1"/>
          <p:nvPr>
            <p:ph idx="15" type="subTitle"/>
          </p:nvPr>
        </p:nvSpPr>
        <p:spPr>
          <a:xfrm>
            <a:off x="5479916" y="3623214"/>
            <a:ext cx="26289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grpSp>
        <p:nvGrpSpPr>
          <p:cNvPr id="301" name="Google Shape;301;p25"/>
          <p:cNvGrpSpPr/>
          <p:nvPr/>
        </p:nvGrpSpPr>
        <p:grpSpPr>
          <a:xfrm>
            <a:off x="7921131" y="93369"/>
            <a:ext cx="1019288" cy="599000"/>
            <a:chOff x="7921131" y="93369"/>
            <a:chExt cx="1019288" cy="599000"/>
          </a:xfrm>
        </p:grpSpPr>
        <p:sp>
          <p:nvSpPr>
            <p:cNvPr id="302" name="Google Shape;302;p25"/>
            <p:cNvSpPr/>
            <p:nvPr/>
          </p:nvSpPr>
          <p:spPr>
            <a:xfrm flipH="1" rot="-5400000">
              <a:off x="8778419"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5"/>
            <p:cNvSpPr/>
            <p:nvPr/>
          </p:nvSpPr>
          <p:spPr>
            <a:xfrm flipH="1" rot="-5400000">
              <a:off x="7921131"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5"/>
            <p:cNvSpPr/>
            <p:nvPr/>
          </p:nvSpPr>
          <p:spPr>
            <a:xfrm flipH="1" rot="-5400000">
              <a:off x="8349856" y="38381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5"/>
            <p:cNvSpPr/>
            <p:nvPr/>
          </p:nvSpPr>
          <p:spPr>
            <a:xfrm flipH="1" rot="-5400000">
              <a:off x="8778419" y="530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 name="Google Shape;306;p25"/>
          <p:cNvGrpSpPr/>
          <p:nvPr/>
        </p:nvGrpSpPr>
        <p:grpSpPr>
          <a:xfrm>
            <a:off x="8083019" y="174369"/>
            <a:ext cx="776400" cy="356100"/>
            <a:chOff x="8083019" y="174369"/>
            <a:chExt cx="776400" cy="356100"/>
          </a:xfrm>
        </p:grpSpPr>
        <p:cxnSp>
          <p:nvCxnSpPr>
            <p:cNvPr id="307" name="Google Shape;307;p25"/>
            <p:cNvCxnSpPr>
              <a:stCxn id="302" idx="6"/>
              <a:endCxn id="305" idx="2"/>
            </p:cNvCxnSpPr>
            <p:nvPr/>
          </p:nvCxnSpPr>
          <p:spPr>
            <a:xfrm>
              <a:off x="8859419" y="255369"/>
              <a:ext cx="0" cy="2751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25"/>
            <p:cNvCxnSpPr>
              <a:stCxn id="302" idx="0"/>
              <a:endCxn id="303" idx="4"/>
            </p:cNvCxnSpPr>
            <p:nvPr/>
          </p:nvCxnSpPr>
          <p:spPr>
            <a:xfrm rot="10800000">
              <a:off x="8083019" y="174369"/>
              <a:ext cx="695400" cy="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25"/>
            <p:cNvCxnSpPr>
              <a:stCxn id="304" idx="3"/>
              <a:endCxn id="302" idx="7"/>
            </p:cNvCxnSpPr>
            <p:nvPr/>
          </p:nvCxnSpPr>
          <p:spPr>
            <a:xfrm flipH="1" rot="10800000">
              <a:off x="8488132" y="231743"/>
              <a:ext cx="314100" cy="175800"/>
            </a:xfrm>
            <a:prstGeom prst="straightConnector1">
              <a:avLst/>
            </a:prstGeom>
            <a:noFill/>
            <a:ln cap="flat" cmpd="sng" w="9525">
              <a:solidFill>
                <a:schemeClr val="dk1"/>
              </a:solidFill>
              <a:prstDash val="solid"/>
              <a:round/>
              <a:headEnd len="med" w="med" type="none"/>
              <a:tailEnd len="med" w="med" type="none"/>
            </a:ln>
          </p:spPr>
        </p:cxnSp>
      </p:grpSp>
      <p:grpSp>
        <p:nvGrpSpPr>
          <p:cNvPr id="310" name="Google Shape;310;p25"/>
          <p:cNvGrpSpPr/>
          <p:nvPr/>
        </p:nvGrpSpPr>
        <p:grpSpPr>
          <a:xfrm>
            <a:off x="-553577" y="-472827"/>
            <a:ext cx="10046769" cy="6009710"/>
            <a:chOff x="-553577" y="-472827"/>
            <a:chExt cx="10046769" cy="6009710"/>
          </a:xfrm>
        </p:grpSpPr>
        <p:grpSp>
          <p:nvGrpSpPr>
            <p:cNvPr id="311" name="Google Shape;311;p25"/>
            <p:cNvGrpSpPr/>
            <p:nvPr/>
          </p:nvGrpSpPr>
          <p:grpSpPr>
            <a:xfrm>
              <a:off x="8523748" y="3803898"/>
              <a:ext cx="969444" cy="1732985"/>
              <a:chOff x="8523748" y="3803898"/>
              <a:chExt cx="969444" cy="1732985"/>
            </a:xfrm>
          </p:grpSpPr>
          <p:sp>
            <p:nvSpPr>
              <p:cNvPr id="312" name="Google Shape;312;p25"/>
              <p:cNvSpPr/>
              <p:nvPr/>
            </p:nvSpPr>
            <p:spPr>
              <a:xfrm flipH="1" rot="3600041">
                <a:off x="8685273" y="46973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5"/>
              <p:cNvSpPr/>
              <p:nvPr/>
            </p:nvSpPr>
            <p:spPr>
              <a:xfrm flipH="1" rot="3600041">
                <a:off x="8685273" y="38972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25"/>
            <p:cNvGrpSpPr/>
            <p:nvPr/>
          </p:nvGrpSpPr>
          <p:grpSpPr>
            <a:xfrm>
              <a:off x="-553577" y="-472827"/>
              <a:ext cx="969444" cy="1732985"/>
              <a:chOff x="-553577" y="-472827"/>
              <a:chExt cx="969444" cy="1732985"/>
            </a:xfrm>
          </p:grpSpPr>
          <p:sp>
            <p:nvSpPr>
              <p:cNvPr id="315" name="Google Shape;315;p25"/>
              <p:cNvSpPr/>
              <p:nvPr/>
            </p:nvSpPr>
            <p:spPr>
              <a:xfrm flipH="1" rot="3600041">
                <a:off x="-392052" y="420608"/>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5"/>
              <p:cNvSpPr/>
              <p:nvPr/>
            </p:nvSpPr>
            <p:spPr>
              <a:xfrm flipH="1" rot="3600041">
                <a:off x="-392052" y="-379492"/>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7" name="Google Shape;317;p25"/>
          <p:cNvGrpSpPr/>
          <p:nvPr/>
        </p:nvGrpSpPr>
        <p:grpSpPr>
          <a:xfrm>
            <a:off x="12" y="852280"/>
            <a:ext cx="9061630" cy="4229460"/>
            <a:chOff x="12" y="852280"/>
            <a:chExt cx="9061630" cy="4229460"/>
          </a:xfrm>
        </p:grpSpPr>
        <p:pic>
          <p:nvPicPr>
            <p:cNvPr id="318" name="Google Shape;318;p25"/>
            <p:cNvPicPr preferRelativeResize="0"/>
            <p:nvPr/>
          </p:nvPicPr>
          <p:blipFill rotWithShape="1">
            <a:blip r:embed="rId2">
              <a:alphaModFix/>
            </a:blip>
            <a:srcRect b="26593" l="0" r="0" t="26593"/>
            <a:stretch/>
          </p:blipFill>
          <p:spPr>
            <a:xfrm rot="5400046">
              <a:off x="8324977" y="1119164"/>
              <a:ext cx="1003541" cy="469773"/>
            </a:xfrm>
            <a:prstGeom prst="rect">
              <a:avLst/>
            </a:prstGeom>
            <a:noFill/>
            <a:ln>
              <a:noFill/>
            </a:ln>
            <a:effectLst>
              <a:outerShdw blurRad="57150" rotWithShape="0" algn="bl" dir="5400000" dist="19050">
                <a:schemeClr val="lt1">
                  <a:alpha val="50000"/>
                </a:schemeClr>
              </a:outerShdw>
            </a:effectLst>
          </p:spPr>
        </p:pic>
        <p:pic>
          <p:nvPicPr>
            <p:cNvPr id="319" name="Google Shape;319;p25"/>
            <p:cNvPicPr preferRelativeResize="0"/>
            <p:nvPr/>
          </p:nvPicPr>
          <p:blipFill rotWithShape="1">
            <a:blip r:embed="rId3">
              <a:alphaModFix/>
            </a:blip>
            <a:srcRect b="26593" l="0" r="0" t="26593"/>
            <a:stretch/>
          </p:blipFill>
          <p:spPr>
            <a:xfrm rot="-1277180">
              <a:off x="39795" y="4586080"/>
              <a:ext cx="782216" cy="366167"/>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20" name="Shape 320"/>
        <p:cNvGrpSpPr/>
        <p:nvPr/>
      </p:nvGrpSpPr>
      <p:grpSpPr>
        <a:xfrm>
          <a:off x="0" y="0"/>
          <a:ext cx="0" cy="0"/>
          <a:chOff x="0" y="0"/>
          <a:chExt cx="0" cy="0"/>
        </a:xfrm>
      </p:grpSpPr>
      <p:pic>
        <p:nvPicPr>
          <p:cNvPr id="321" name="Google Shape;321;p26"/>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322" name="Google Shape;322;p26"/>
          <p:cNvSpPr txBox="1"/>
          <p:nvPr>
            <p:ph type="title"/>
          </p:nvPr>
        </p:nvSpPr>
        <p:spPr>
          <a:xfrm>
            <a:off x="3052375" y="3564150"/>
            <a:ext cx="5378400" cy="576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23" name="Google Shape;323;p26"/>
          <p:cNvSpPr txBox="1"/>
          <p:nvPr>
            <p:ph idx="1" type="subTitle"/>
          </p:nvPr>
        </p:nvSpPr>
        <p:spPr>
          <a:xfrm>
            <a:off x="3052350" y="1003350"/>
            <a:ext cx="5378400" cy="2450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324" name="Google Shape;324;p26"/>
          <p:cNvGrpSpPr/>
          <p:nvPr/>
        </p:nvGrpSpPr>
        <p:grpSpPr>
          <a:xfrm>
            <a:off x="7743825" y="187125"/>
            <a:ext cx="1104975" cy="209625"/>
            <a:chOff x="7743825" y="187125"/>
            <a:chExt cx="1104975" cy="209625"/>
          </a:xfrm>
        </p:grpSpPr>
        <p:sp>
          <p:nvSpPr>
            <p:cNvPr id="325" name="Google Shape;325;p26"/>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6"/>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6"/>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6"/>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6"/>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6"/>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6"/>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6"/>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 name="Google Shape;333;p26"/>
          <p:cNvGrpSpPr/>
          <p:nvPr/>
        </p:nvGrpSpPr>
        <p:grpSpPr>
          <a:xfrm>
            <a:off x="-548506" y="-200023"/>
            <a:ext cx="10541925" cy="5595600"/>
            <a:chOff x="-548506" y="-200023"/>
            <a:chExt cx="10541925" cy="5595600"/>
          </a:xfrm>
        </p:grpSpPr>
        <p:grpSp>
          <p:nvGrpSpPr>
            <p:cNvPr id="334" name="Google Shape;334;p26"/>
            <p:cNvGrpSpPr/>
            <p:nvPr/>
          </p:nvGrpSpPr>
          <p:grpSpPr>
            <a:xfrm flipH="1" rot="-5400000">
              <a:off x="-901993" y="153464"/>
              <a:ext cx="2083012" cy="1376038"/>
              <a:chOff x="-138218" y="-386561"/>
              <a:chExt cx="2083012" cy="1376038"/>
            </a:xfrm>
          </p:grpSpPr>
          <p:sp>
            <p:nvSpPr>
              <p:cNvPr id="335" name="Google Shape;335;p26"/>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6"/>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6"/>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6"/>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6"/>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 name="Google Shape;340;p26"/>
            <p:cNvGrpSpPr/>
            <p:nvPr/>
          </p:nvGrpSpPr>
          <p:grpSpPr>
            <a:xfrm>
              <a:off x="7910407" y="4649265"/>
              <a:ext cx="2083012" cy="746312"/>
              <a:chOff x="7910407" y="4649265"/>
              <a:chExt cx="2083012" cy="746312"/>
            </a:xfrm>
          </p:grpSpPr>
          <p:sp>
            <p:nvSpPr>
              <p:cNvPr id="341" name="Google Shape;341;p26"/>
              <p:cNvSpPr/>
              <p:nvPr/>
            </p:nvSpPr>
            <p:spPr>
              <a:xfrm>
                <a:off x="8634013"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6"/>
              <p:cNvSpPr/>
              <p:nvPr/>
            </p:nvSpPr>
            <p:spPr>
              <a:xfrm>
                <a:off x="7910407"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9347088" y="46492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344" name="Shape 344"/>
        <p:cNvGrpSpPr/>
        <p:nvPr/>
      </p:nvGrpSpPr>
      <p:grpSpPr>
        <a:xfrm>
          <a:off x="0" y="0"/>
          <a:ext cx="0" cy="0"/>
          <a:chOff x="0" y="0"/>
          <a:chExt cx="0" cy="0"/>
        </a:xfrm>
      </p:grpSpPr>
      <p:sp>
        <p:nvSpPr>
          <p:cNvPr id="345" name="Google Shape;345;p27"/>
          <p:cNvSpPr txBox="1"/>
          <p:nvPr>
            <p:ph type="title"/>
          </p:nvPr>
        </p:nvSpPr>
        <p:spPr>
          <a:xfrm>
            <a:off x="4831513" y="1533525"/>
            <a:ext cx="3519600" cy="1598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46" name="Google Shape;346;p27"/>
          <p:cNvSpPr txBox="1"/>
          <p:nvPr>
            <p:ph idx="1" type="subTitle"/>
          </p:nvPr>
        </p:nvSpPr>
        <p:spPr>
          <a:xfrm>
            <a:off x="4831513" y="3132225"/>
            <a:ext cx="3519600" cy="868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7" name="Google Shape;347;p27"/>
          <p:cNvSpPr/>
          <p:nvPr>
            <p:ph idx="2" type="pic"/>
          </p:nvPr>
        </p:nvSpPr>
        <p:spPr>
          <a:xfrm>
            <a:off x="792888" y="851852"/>
            <a:ext cx="3442200" cy="3439800"/>
          </a:xfrm>
          <a:prstGeom prst="ellipse">
            <a:avLst/>
          </a:prstGeom>
          <a:noFill/>
          <a:ln>
            <a:noFill/>
          </a:ln>
        </p:spPr>
      </p:sp>
      <p:grpSp>
        <p:nvGrpSpPr>
          <p:cNvPr id="348" name="Google Shape;348;p27"/>
          <p:cNvGrpSpPr/>
          <p:nvPr/>
        </p:nvGrpSpPr>
        <p:grpSpPr>
          <a:xfrm>
            <a:off x="7711750" y="187125"/>
            <a:ext cx="1104975" cy="209625"/>
            <a:chOff x="7743825" y="187125"/>
            <a:chExt cx="1104975" cy="209625"/>
          </a:xfrm>
        </p:grpSpPr>
        <p:sp>
          <p:nvSpPr>
            <p:cNvPr id="349" name="Google Shape;349;p27"/>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27"/>
          <p:cNvGrpSpPr/>
          <p:nvPr/>
        </p:nvGrpSpPr>
        <p:grpSpPr>
          <a:xfrm>
            <a:off x="195157" y="-263960"/>
            <a:ext cx="8621562" cy="5708837"/>
            <a:chOff x="195157" y="-263960"/>
            <a:chExt cx="8621562" cy="5708837"/>
          </a:xfrm>
        </p:grpSpPr>
        <p:grpSp>
          <p:nvGrpSpPr>
            <p:cNvPr id="358" name="Google Shape;358;p27"/>
            <p:cNvGrpSpPr/>
            <p:nvPr/>
          </p:nvGrpSpPr>
          <p:grpSpPr>
            <a:xfrm flipH="1">
              <a:off x="195157" y="-263960"/>
              <a:ext cx="2083012" cy="746312"/>
              <a:chOff x="6849632" y="-263960"/>
              <a:chExt cx="2083012" cy="746312"/>
            </a:xfrm>
          </p:grpSpPr>
          <p:sp>
            <p:nvSpPr>
              <p:cNvPr id="359" name="Google Shape;359;p27"/>
              <p:cNvSpPr/>
              <p:nvPr/>
            </p:nvSpPr>
            <p:spPr>
              <a:xfrm flipH="1">
                <a:off x="7562707" y="-2639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7"/>
              <p:cNvSpPr/>
              <p:nvPr/>
            </p:nvSpPr>
            <p:spPr>
              <a:xfrm flipH="1">
                <a:off x="8286313" y="-2639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flipH="1">
                <a:off x="6849632" y="-2639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27"/>
            <p:cNvGrpSpPr/>
            <p:nvPr/>
          </p:nvGrpSpPr>
          <p:grpSpPr>
            <a:xfrm flipH="1">
              <a:off x="6733707" y="4698565"/>
              <a:ext cx="2083012" cy="746312"/>
              <a:chOff x="6849632" y="-149660"/>
              <a:chExt cx="2083012" cy="746312"/>
            </a:xfrm>
          </p:grpSpPr>
          <p:sp>
            <p:nvSpPr>
              <p:cNvPr id="363" name="Google Shape;363;p27"/>
              <p:cNvSpPr/>
              <p:nvPr/>
            </p:nvSpPr>
            <p:spPr>
              <a:xfrm flipH="1">
                <a:off x="7562707" y="-1496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flipH="1">
                <a:off x="8286313" y="-1496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flipH="1">
                <a:off x="6849632" y="-14966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66" name="Shape 366"/>
        <p:cNvGrpSpPr/>
        <p:nvPr/>
      </p:nvGrpSpPr>
      <p:grpSpPr>
        <a:xfrm>
          <a:off x="0" y="0"/>
          <a:ext cx="0" cy="0"/>
          <a:chOff x="0" y="0"/>
          <a:chExt cx="0" cy="0"/>
        </a:xfrm>
      </p:grpSpPr>
      <p:sp>
        <p:nvSpPr>
          <p:cNvPr id="367" name="Google Shape;367;p28"/>
          <p:cNvSpPr txBox="1"/>
          <p:nvPr>
            <p:ph type="title"/>
          </p:nvPr>
        </p:nvSpPr>
        <p:spPr>
          <a:xfrm>
            <a:off x="713225" y="1501200"/>
            <a:ext cx="2972700" cy="10608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68" name="Google Shape;368;p28"/>
          <p:cNvSpPr txBox="1"/>
          <p:nvPr>
            <p:ph idx="1" type="subTitle"/>
          </p:nvPr>
        </p:nvSpPr>
        <p:spPr>
          <a:xfrm>
            <a:off x="713366" y="2562000"/>
            <a:ext cx="2972700" cy="1080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grpSp>
        <p:nvGrpSpPr>
          <p:cNvPr id="369" name="Google Shape;369;p28"/>
          <p:cNvGrpSpPr/>
          <p:nvPr/>
        </p:nvGrpSpPr>
        <p:grpSpPr>
          <a:xfrm>
            <a:off x="7858125" y="187125"/>
            <a:ext cx="1104975" cy="209625"/>
            <a:chOff x="7743825" y="187125"/>
            <a:chExt cx="1104975" cy="209625"/>
          </a:xfrm>
        </p:grpSpPr>
        <p:sp>
          <p:nvSpPr>
            <p:cNvPr id="370" name="Google Shape;370;p28"/>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8"/>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8"/>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8"/>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8"/>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8"/>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8"/>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8"/>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28"/>
          <p:cNvGrpSpPr/>
          <p:nvPr/>
        </p:nvGrpSpPr>
        <p:grpSpPr>
          <a:xfrm>
            <a:off x="8177107" y="4019539"/>
            <a:ext cx="2083012" cy="1376038"/>
            <a:chOff x="-138218" y="-386561"/>
            <a:chExt cx="2083012" cy="1376038"/>
          </a:xfrm>
        </p:grpSpPr>
        <p:sp>
          <p:nvSpPr>
            <p:cNvPr id="379" name="Google Shape;379;p28"/>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8"/>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8"/>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8"/>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84" name="Google Shape;384;p28"/>
          <p:cNvPicPr preferRelativeResize="0"/>
          <p:nvPr/>
        </p:nvPicPr>
        <p:blipFill rotWithShape="1">
          <a:blip r:embed="rId2">
            <a:alphaModFix/>
          </a:blip>
          <a:srcRect b="18226" l="16403" r="16396" t="18220"/>
          <a:stretch/>
        </p:blipFill>
        <p:spPr>
          <a:xfrm rot="5400008">
            <a:off x="-18054" y="3891196"/>
            <a:ext cx="1169708" cy="1106287"/>
          </a:xfrm>
          <a:prstGeom prst="rect">
            <a:avLst/>
          </a:prstGeom>
          <a:noFill/>
          <a:ln>
            <a:noFill/>
          </a:ln>
          <a:effectLst>
            <a:outerShdw blurRad="57150" rotWithShape="0" algn="bl" dir="5400000" dist="19050">
              <a:schemeClr val="lt1">
                <a:alpha val="50000"/>
              </a:schemeClr>
            </a:outerShdw>
          </a:effectLst>
        </p:spPr>
      </p:pic>
      <p:grpSp>
        <p:nvGrpSpPr>
          <p:cNvPr id="385" name="Google Shape;385;p28"/>
          <p:cNvGrpSpPr/>
          <p:nvPr/>
        </p:nvGrpSpPr>
        <p:grpSpPr>
          <a:xfrm flipH="1">
            <a:off x="57156" y="74319"/>
            <a:ext cx="1019288" cy="599000"/>
            <a:chOff x="7921131" y="93369"/>
            <a:chExt cx="1019288" cy="599000"/>
          </a:xfrm>
        </p:grpSpPr>
        <p:sp>
          <p:nvSpPr>
            <p:cNvPr id="386" name="Google Shape;386;p28"/>
            <p:cNvSpPr/>
            <p:nvPr/>
          </p:nvSpPr>
          <p:spPr>
            <a:xfrm flipH="1" rot="-5400000">
              <a:off x="8778419"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8"/>
            <p:cNvSpPr/>
            <p:nvPr/>
          </p:nvSpPr>
          <p:spPr>
            <a:xfrm flipH="1" rot="-5400000">
              <a:off x="7921131"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8"/>
            <p:cNvSpPr/>
            <p:nvPr/>
          </p:nvSpPr>
          <p:spPr>
            <a:xfrm flipH="1" rot="-5400000">
              <a:off x="8349856" y="38381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8"/>
            <p:cNvSpPr/>
            <p:nvPr/>
          </p:nvSpPr>
          <p:spPr>
            <a:xfrm flipH="1" rot="-5400000">
              <a:off x="8778419" y="530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 name="Google Shape;390;p28"/>
          <p:cNvGrpSpPr/>
          <p:nvPr/>
        </p:nvGrpSpPr>
        <p:grpSpPr>
          <a:xfrm flipH="1">
            <a:off x="138127" y="153126"/>
            <a:ext cx="776288" cy="356000"/>
            <a:chOff x="8083131" y="174369"/>
            <a:chExt cx="776288" cy="356000"/>
          </a:xfrm>
        </p:grpSpPr>
        <p:cxnSp>
          <p:nvCxnSpPr>
            <p:cNvPr id="391" name="Google Shape;391;p28"/>
            <p:cNvCxnSpPr/>
            <p:nvPr/>
          </p:nvCxnSpPr>
          <p:spPr>
            <a:xfrm>
              <a:off x="8859419" y="255269"/>
              <a:ext cx="0" cy="275100"/>
            </a:xfrm>
            <a:prstGeom prst="straightConnector1">
              <a:avLst/>
            </a:prstGeom>
            <a:noFill/>
            <a:ln cap="flat" cmpd="sng" w="9525">
              <a:solidFill>
                <a:schemeClr val="dk1"/>
              </a:solidFill>
              <a:prstDash val="solid"/>
              <a:round/>
              <a:headEnd len="med" w="med" type="none"/>
              <a:tailEnd len="med" w="med" type="none"/>
            </a:ln>
          </p:spPr>
        </p:cxnSp>
        <p:cxnSp>
          <p:nvCxnSpPr>
            <p:cNvPr id="392" name="Google Shape;392;p28"/>
            <p:cNvCxnSpPr/>
            <p:nvPr/>
          </p:nvCxnSpPr>
          <p:spPr>
            <a:xfrm rot="10800000">
              <a:off x="8083131" y="174369"/>
              <a:ext cx="695400" cy="0"/>
            </a:xfrm>
            <a:prstGeom prst="straightConnector1">
              <a:avLst/>
            </a:prstGeom>
            <a:noFill/>
            <a:ln cap="flat" cmpd="sng" w="9525">
              <a:solidFill>
                <a:schemeClr val="dk1"/>
              </a:solidFill>
              <a:prstDash val="solid"/>
              <a:round/>
              <a:headEnd len="med" w="med" type="none"/>
              <a:tailEnd len="med" w="med" type="none"/>
            </a:ln>
          </p:spPr>
        </p:cxnSp>
        <p:cxnSp>
          <p:nvCxnSpPr>
            <p:cNvPr id="393" name="Google Shape;393;p28"/>
            <p:cNvCxnSpPr/>
            <p:nvPr/>
          </p:nvCxnSpPr>
          <p:spPr>
            <a:xfrm flipH="1" rot="10800000">
              <a:off x="8488043" y="231644"/>
              <a:ext cx="314100" cy="1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94" name="Shape 394"/>
        <p:cNvGrpSpPr/>
        <p:nvPr/>
      </p:nvGrpSpPr>
      <p:grpSpPr>
        <a:xfrm>
          <a:off x="0" y="0"/>
          <a:ext cx="0" cy="0"/>
          <a:chOff x="0" y="0"/>
          <a:chExt cx="0" cy="0"/>
        </a:xfrm>
      </p:grpSpPr>
      <p:sp>
        <p:nvSpPr>
          <p:cNvPr id="395" name="Google Shape;395;p29"/>
          <p:cNvSpPr txBox="1"/>
          <p:nvPr>
            <p:ph type="title"/>
          </p:nvPr>
        </p:nvSpPr>
        <p:spPr>
          <a:xfrm>
            <a:off x="5457825" y="1501200"/>
            <a:ext cx="2972700" cy="1060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96" name="Google Shape;396;p29"/>
          <p:cNvSpPr txBox="1"/>
          <p:nvPr>
            <p:ph idx="1" type="subTitle"/>
          </p:nvPr>
        </p:nvSpPr>
        <p:spPr>
          <a:xfrm>
            <a:off x="5457966" y="2562000"/>
            <a:ext cx="2972700" cy="108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397" name="Google Shape;397;p29"/>
          <p:cNvGrpSpPr/>
          <p:nvPr/>
        </p:nvGrpSpPr>
        <p:grpSpPr>
          <a:xfrm flipH="1" rot="-5400000">
            <a:off x="-95929" y="4195194"/>
            <a:ext cx="1019288" cy="599000"/>
            <a:chOff x="7921131" y="93369"/>
            <a:chExt cx="1019288" cy="599000"/>
          </a:xfrm>
        </p:grpSpPr>
        <p:sp>
          <p:nvSpPr>
            <p:cNvPr id="398" name="Google Shape;398;p29"/>
            <p:cNvSpPr/>
            <p:nvPr/>
          </p:nvSpPr>
          <p:spPr>
            <a:xfrm flipH="1" rot="-5400000">
              <a:off x="8778419"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9"/>
            <p:cNvSpPr/>
            <p:nvPr/>
          </p:nvSpPr>
          <p:spPr>
            <a:xfrm flipH="1" rot="-5400000">
              <a:off x="7921131" y="93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9"/>
            <p:cNvSpPr/>
            <p:nvPr/>
          </p:nvSpPr>
          <p:spPr>
            <a:xfrm flipH="1" rot="-5400000">
              <a:off x="8349856" y="38381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9"/>
            <p:cNvSpPr/>
            <p:nvPr/>
          </p:nvSpPr>
          <p:spPr>
            <a:xfrm flipH="1" rot="-5400000">
              <a:off x="8778419" y="530369"/>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29"/>
          <p:cNvGrpSpPr/>
          <p:nvPr/>
        </p:nvGrpSpPr>
        <p:grpSpPr>
          <a:xfrm flipH="1" rot="-5400000">
            <a:off x="-14929" y="4357081"/>
            <a:ext cx="776288" cy="356000"/>
            <a:chOff x="8083131" y="174369"/>
            <a:chExt cx="776288" cy="356000"/>
          </a:xfrm>
        </p:grpSpPr>
        <p:cxnSp>
          <p:nvCxnSpPr>
            <p:cNvPr id="403" name="Google Shape;403;p29"/>
            <p:cNvCxnSpPr/>
            <p:nvPr/>
          </p:nvCxnSpPr>
          <p:spPr>
            <a:xfrm>
              <a:off x="8859419" y="255269"/>
              <a:ext cx="0" cy="275100"/>
            </a:xfrm>
            <a:prstGeom prst="straightConnector1">
              <a:avLst/>
            </a:prstGeom>
            <a:noFill/>
            <a:ln cap="flat" cmpd="sng" w="9525">
              <a:solidFill>
                <a:schemeClr val="dk1"/>
              </a:solidFill>
              <a:prstDash val="solid"/>
              <a:round/>
              <a:headEnd len="med" w="med" type="none"/>
              <a:tailEnd len="med" w="med" type="none"/>
            </a:ln>
          </p:spPr>
        </p:cxnSp>
        <p:cxnSp>
          <p:nvCxnSpPr>
            <p:cNvPr id="404" name="Google Shape;404;p29"/>
            <p:cNvCxnSpPr/>
            <p:nvPr/>
          </p:nvCxnSpPr>
          <p:spPr>
            <a:xfrm rot="10800000">
              <a:off x="8083131" y="174369"/>
              <a:ext cx="695400" cy="0"/>
            </a:xfrm>
            <a:prstGeom prst="straightConnector1">
              <a:avLst/>
            </a:prstGeom>
            <a:noFill/>
            <a:ln cap="flat" cmpd="sng" w="9525">
              <a:solidFill>
                <a:schemeClr val="dk1"/>
              </a:solidFill>
              <a:prstDash val="solid"/>
              <a:round/>
              <a:headEnd len="med" w="med" type="none"/>
              <a:tailEnd len="med" w="med" type="none"/>
            </a:ln>
          </p:spPr>
        </p:cxnSp>
        <p:cxnSp>
          <p:nvCxnSpPr>
            <p:cNvPr id="405" name="Google Shape;405;p29"/>
            <p:cNvCxnSpPr/>
            <p:nvPr/>
          </p:nvCxnSpPr>
          <p:spPr>
            <a:xfrm flipH="1" rot="10800000">
              <a:off x="8488043" y="231644"/>
              <a:ext cx="314100" cy="175800"/>
            </a:xfrm>
            <a:prstGeom prst="straightConnector1">
              <a:avLst/>
            </a:prstGeom>
            <a:noFill/>
            <a:ln cap="flat" cmpd="sng" w="9525">
              <a:solidFill>
                <a:schemeClr val="dk1"/>
              </a:solidFill>
              <a:prstDash val="solid"/>
              <a:round/>
              <a:headEnd len="med" w="med" type="none"/>
              <a:tailEnd len="med" w="med" type="none"/>
            </a:ln>
          </p:spPr>
        </p:cxnSp>
      </p:grpSp>
      <p:grpSp>
        <p:nvGrpSpPr>
          <p:cNvPr id="406" name="Google Shape;406;p29"/>
          <p:cNvGrpSpPr/>
          <p:nvPr/>
        </p:nvGrpSpPr>
        <p:grpSpPr>
          <a:xfrm flipH="1">
            <a:off x="-586402" y="-472827"/>
            <a:ext cx="10231994" cy="3604560"/>
            <a:chOff x="-553577" y="-472827"/>
            <a:chExt cx="10231994" cy="3604560"/>
          </a:xfrm>
        </p:grpSpPr>
        <p:grpSp>
          <p:nvGrpSpPr>
            <p:cNvPr id="407" name="Google Shape;407;p29"/>
            <p:cNvGrpSpPr/>
            <p:nvPr/>
          </p:nvGrpSpPr>
          <p:grpSpPr>
            <a:xfrm>
              <a:off x="8378798" y="1536423"/>
              <a:ext cx="1299619" cy="1595310"/>
              <a:chOff x="8378798" y="1536423"/>
              <a:chExt cx="1299619" cy="1595310"/>
            </a:xfrm>
          </p:grpSpPr>
          <p:sp>
            <p:nvSpPr>
              <p:cNvPr id="408" name="Google Shape;408;p29"/>
              <p:cNvSpPr/>
              <p:nvPr/>
            </p:nvSpPr>
            <p:spPr>
              <a:xfrm flipH="1" rot="3600041">
                <a:off x="8540323" y="229218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9"/>
              <p:cNvSpPr/>
              <p:nvPr/>
            </p:nvSpPr>
            <p:spPr>
              <a:xfrm flipH="1" rot="3600041">
                <a:off x="8870498" y="1629758"/>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29"/>
            <p:cNvGrpSpPr/>
            <p:nvPr/>
          </p:nvGrpSpPr>
          <p:grpSpPr>
            <a:xfrm>
              <a:off x="-553577" y="-472827"/>
              <a:ext cx="969444" cy="1732985"/>
              <a:chOff x="-553577" y="-472827"/>
              <a:chExt cx="969444" cy="1732985"/>
            </a:xfrm>
          </p:grpSpPr>
          <p:sp>
            <p:nvSpPr>
              <p:cNvPr id="411" name="Google Shape;411;p29"/>
              <p:cNvSpPr/>
              <p:nvPr/>
            </p:nvSpPr>
            <p:spPr>
              <a:xfrm flipH="1" rot="3600041">
                <a:off x="-392052" y="420608"/>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9"/>
              <p:cNvSpPr/>
              <p:nvPr/>
            </p:nvSpPr>
            <p:spPr>
              <a:xfrm flipH="1" rot="3600041">
                <a:off x="-392052" y="-379492"/>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 name="Google Shape;413;p29"/>
          <p:cNvGrpSpPr/>
          <p:nvPr/>
        </p:nvGrpSpPr>
        <p:grpSpPr>
          <a:xfrm flipH="1">
            <a:off x="114224" y="138930"/>
            <a:ext cx="8977780" cy="4942810"/>
            <a:chOff x="12" y="138930"/>
            <a:chExt cx="8977780" cy="4942810"/>
          </a:xfrm>
        </p:grpSpPr>
        <p:pic>
          <p:nvPicPr>
            <p:cNvPr id="414" name="Google Shape;414;p29"/>
            <p:cNvPicPr preferRelativeResize="0"/>
            <p:nvPr/>
          </p:nvPicPr>
          <p:blipFill rotWithShape="1">
            <a:blip r:embed="rId2">
              <a:alphaModFix/>
            </a:blip>
            <a:srcRect b="26593" l="0" r="0" t="26593"/>
            <a:stretch/>
          </p:blipFill>
          <p:spPr>
            <a:xfrm rot="5400046">
              <a:off x="8241127" y="405814"/>
              <a:ext cx="1003541" cy="469773"/>
            </a:xfrm>
            <a:prstGeom prst="rect">
              <a:avLst/>
            </a:prstGeom>
            <a:noFill/>
            <a:ln>
              <a:noFill/>
            </a:ln>
            <a:effectLst>
              <a:outerShdw blurRad="57150" rotWithShape="0" algn="bl" dir="5400000" dist="19050">
                <a:schemeClr val="lt1">
                  <a:alpha val="50000"/>
                </a:schemeClr>
              </a:outerShdw>
            </a:effectLst>
          </p:spPr>
        </p:pic>
        <p:pic>
          <p:nvPicPr>
            <p:cNvPr id="415" name="Google Shape;415;p29"/>
            <p:cNvPicPr preferRelativeResize="0"/>
            <p:nvPr/>
          </p:nvPicPr>
          <p:blipFill rotWithShape="1">
            <a:blip r:embed="rId3">
              <a:alphaModFix/>
            </a:blip>
            <a:srcRect b="26593" l="0" r="0" t="26593"/>
            <a:stretch/>
          </p:blipFill>
          <p:spPr>
            <a:xfrm rot="-1277180">
              <a:off x="39795" y="4586080"/>
              <a:ext cx="782216" cy="366167"/>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416" name="Shape 416"/>
        <p:cNvGrpSpPr/>
        <p:nvPr/>
      </p:nvGrpSpPr>
      <p:grpSpPr>
        <a:xfrm>
          <a:off x="0" y="0"/>
          <a:ext cx="0" cy="0"/>
          <a:chOff x="0" y="0"/>
          <a:chExt cx="0" cy="0"/>
        </a:xfrm>
      </p:grpSpPr>
      <p:sp>
        <p:nvSpPr>
          <p:cNvPr id="417" name="Google Shape;417;p3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18" name="Google Shape;418;p30"/>
          <p:cNvSpPr txBox="1"/>
          <p:nvPr>
            <p:ph idx="1" type="subTitle"/>
          </p:nvPr>
        </p:nvSpPr>
        <p:spPr>
          <a:xfrm>
            <a:off x="5223776" y="2752225"/>
            <a:ext cx="2787000" cy="108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9" name="Google Shape;419;p30"/>
          <p:cNvSpPr txBox="1"/>
          <p:nvPr>
            <p:ph idx="2" type="subTitle"/>
          </p:nvPr>
        </p:nvSpPr>
        <p:spPr>
          <a:xfrm>
            <a:off x="1695425" y="2752225"/>
            <a:ext cx="2787000" cy="108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20" name="Google Shape;420;p30"/>
          <p:cNvSpPr txBox="1"/>
          <p:nvPr>
            <p:ph idx="3" type="subTitle"/>
          </p:nvPr>
        </p:nvSpPr>
        <p:spPr>
          <a:xfrm>
            <a:off x="1695425" y="1857375"/>
            <a:ext cx="2787000" cy="9537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421" name="Google Shape;421;p30"/>
          <p:cNvSpPr txBox="1"/>
          <p:nvPr>
            <p:ph idx="4" type="subTitle"/>
          </p:nvPr>
        </p:nvSpPr>
        <p:spPr>
          <a:xfrm>
            <a:off x="5223777" y="1857375"/>
            <a:ext cx="2787000" cy="9537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grpSp>
        <p:nvGrpSpPr>
          <p:cNvPr id="422" name="Google Shape;422;p30"/>
          <p:cNvGrpSpPr/>
          <p:nvPr/>
        </p:nvGrpSpPr>
        <p:grpSpPr>
          <a:xfrm>
            <a:off x="-443018" y="-472827"/>
            <a:ext cx="10802985" cy="6009710"/>
            <a:chOff x="-443018" y="-472827"/>
            <a:chExt cx="10802985" cy="6009710"/>
          </a:xfrm>
        </p:grpSpPr>
        <p:grpSp>
          <p:nvGrpSpPr>
            <p:cNvPr id="423" name="Google Shape;423;p30"/>
            <p:cNvGrpSpPr/>
            <p:nvPr/>
          </p:nvGrpSpPr>
          <p:grpSpPr>
            <a:xfrm flipH="1">
              <a:off x="8276955" y="4031289"/>
              <a:ext cx="2083012" cy="1376038"/>
              <a:chOff x="-443018" y="-386561"/>
              <a:chExt cx="2083012" cy="1376038"/>
            </a:xfrm>
          </p:grpSpPr>
          <p:sp>
            <p:nvSpPr>
              <p:cNvPr id="424" name="Google Shape;424;p30"/>
              <p:cNvSpPr/>
              <p:nvPr/>
            </p:nvSpPr>
            <p:spPr>
              <a:xfrm>
                <a:off x="-88189"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0"/>
              <p:cNvSpPr/>
              <p:nvPr/>
            </p:nvSpPr>
            <p:spPr>
              <a:xfrm>
                <a:off x="2805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0"/>
              <p:cNvSpPr/>
              <p:nvPr/>
            </p:nvSpPr>
            <p:spPr>
              <a:xfrm>
                <a:off x="-4430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0"/>
              <p:cNvSpPr/>
              <p:nvPr/>
            </p:nvSpPr>
            <p:spPr>
              <a:xfrm>
                <a:off x="6248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0"/>
              <p:cNvSpPr/>
              <p:nvPr/>
            </p:nvSpPr>
            <p:spPr>
              <a:xfrm>
                <a:off x="9936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30"/>
            <p:cNvGrpSpPr/>
            <p:nvPr/>
          </p:nvGrpSpPr>
          <p:grpSpPr>
            <a:xfrm flipH="1">
              <a:off x="-443018" y="3803898"/>
              <a:ext cx="969444" cy="1732985"/>
              <a:chOff x="8523748" y="3803898"/>
              <a:chExt cx="969444" cy="1732985"/>
            </a:xfrm>
          </p:grpSpPr>
          <p:sp>
            <p:nvSpPr>
              <p:cNvPr id="430" name="Google Shape;430;p30"/>
              <p:cNvSpPr/>
              <p:nvPr/>
            </p:nvSpPr>
            <p:spPr>
              <a:xfrm flipH="1" rot="3600041">
                <a:off x="8685273" y="46973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0"/>
              <p:cNvSpPr/>
              <p:nvPr/>
            </p:nvSpPr>
            <p:spPr>
              <a:xfrm flipH="1" rot="3600041">
                <a:off x="8685273" y="38972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 name="Google Shape;432;p30"/>
            <p:cNvGrpSpPr/>
            <p:nvPr/>
          </p:nvGrpSpPr>
          <p:grpSpPr>
            <a:xfrm flipH="1">
              <a:off x="8634307" y="-472827"/>
              <a:ext cx="969444" cy="1732985"/>
              <a:chOff x="-553577" y="-472827"/>
              <a:chExt cx="969444" cy="1732985"/>
            </a:xfrm>
          </p:grpSpPr>
          <p:sp>
            <p:nvSpPr>
              <p:cNvPr id="433" name="Google Shape;433;p30"/>
              <p:cNvSpPr/>
              <p:nvPr/>
            </p:nvSpPr>
            <p:spPr>
              <a:xfrm flipH="1" rot="3600041">
                <a:off x="-392052" y="420608"/>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0"/>
              <p:cNvSpPr/>
              <p:nvPr/>
            </p:nvSpPr>
            <p:spPr>
              <a:xfrm flipH="1" rot="3600041">
                <a:off x="-392052" y="-379492"/>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5" name="Google Shape;435;p30"/>
          <p:cNvGrpSpPr/>
          <p:nvPr/>
        </p:nvGrpSpPr>
        <p:grpSpPr>
          <a:xfrm>
            <a:off x="1695435" y="-31750"/>
            <a:ext cx="5699364" cy="5175237"/>
            <a:chOff x="1695435" y="-31750"/>
            <a:chExt cx="5699364" cy="5175237"/>
          </a:xfrm>
        </p:grpSpPr>
        <p:pic>
          <p:nvPicPr>
            <p:cNvPr id="436" name="Google Shape;436;p30"/>
            <p:cNvPicPr preferRelativeResize="0"/>
            <p:nvPr/>
          </p:nvPicPr>
          <p:blipFill rotWithShape="1">
            <a:blip r:embed="rId2">
              <a:alphaModFix/>
            </a:blip>
            <a:srcRect b="26593" l="0" r="0" t="26593"/>
            <a:stretch/>
          </p:blipFill>
          <p:spPr>
            <a:xfrm rot="-790044">
              <a:off x="1735751" y="4565589"/>
              <a:ext cx="1003541" cy="469772"/>
            </a:xfrm>
            <a:prstGeom prst="rect">
              <a:avLst/>
            </a:prstGeom>
            <a:noFill/>
            <a:ln>
              <a:noFill/>
            </a:ln>
            <a:effectLst>
              <a:outerShdw blurRad="57150" rotWithShape="0" algn="bl" dir="5400000" dist="19050">
                <a:schemeClr val="lt1">
                  <a:alpha val="50000"/>
                </a:schemeClr>
              </a:outerShdw>
            </a:effectLst>
          </p:spPr>
        </p:pic>
        <p:pic>
          <p:nvPicPr>
            <p:cNvPr id="437" name="Google Shape;437;p30"/>
            <p:cNvPicPr preferRelativeResize="0"/>
            <p:nvPr/>
          </p:nvPicPr>
          <p:blipFill rotWithShape="1">
            <a:blip r:embed="rId3">
              <a:alphaModFix/>
            </a:blip>
            <a:srcRect b="26593" l="0" r="0" t="26593"/>
            <a:stretch/>
          </p:blipFill>
          <p:spPr>
            <a:xfrm rot="702723">
              <a:off x="6440006" y="57206"/>
              <a:ext cx="920638" cy="430963"/>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438" name="Shape 438"/>
        <p:cNvGrpSpPr/>
        <p:nvPr/>
      </p:nvGrpSpPr>
      <p:grpSpPr>
        <a:xfrm>
          <a:off x="0" y="0"/>
          <a:ext cx="0" cy="0"/>
          <a:chOff x="0" y="0"/>
          <a:chExt cx="0" cy="0"/>
        </a:xfrm>
      </p:grpSpPr>
      <p:sp>
        <p:nvSpPr>
          <p:cNvPr id="439" name="Google Shape;439;p3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40" name="Google Shape;440;p31"/>
          <p:cNvSpPr txBox="1"/>
          <p:nvPr>
            <p:ph idx="1" type="subTitle"/>
          </p:nvPr>
        </p:nvSpPr>
        <p:spPr>
          <a:xfrm>
            <a:off x="1229100" y="2821400"/>
            <a:ext cx="6685800" cy="90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1" name="Google Shape;441;p31"/>
          <p:cNvSpPr txBox="1"/>
          <p:nvPr>
            <p:ph idx="2" type="subTitle"/>
          </p:nvPr>
        </p:nvSpPr>
        <p:spPr>
          <a:xfrm>
            <a:off x="1229100" y="1666500"/>
            <a:ext cx="6685800" cy="90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42" name="Google Shape;442;p31"/>
          <p:cNvGrpSpPr/>
          <p:nvPr/>
        </p:nvGrpSpPr>
        <p:grpSpPr>
          <a:xfrm>
            <a:off x="3724275" y="4638675"/>
            <a:ext cx="1600200" cy="447675"/>
            <a:chOff x="3343275" y="4591050"/>
            <a:chExt cx="1600200" cy="447675"/>
          </a:xfrm>
        </p:grpSpPr>
        <p:sp>
          <p:nvSpPr>
            <p:cNvPr id="443" name="Google Shape;443;p31"/>
            <p:cNvSpPr/>
            <p:nvPr/>
          </p:nvSpPr>
          <p:spPr>
            <a:xfrm>
              <a:off x="3343275" y="47339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1"/>
            <p:cNvSpPr/>
            <p:nvPr/>
          </p:nvSpPr>
          <p:spPr>
            <a:xfrm>
              <a:off x="3800475" y="4591050"/>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1"/>
            <p:cNvSpPr/>
            <p:nvPr/>
          </p:nvSpPr>
          <p:spPr>
            <a:xfrm>
              <a:off x="4057650" y="48482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1"/>
            <p:cNvSpPr/>
            <p:nvPr/>
          </p:nvSpPr>
          <p:spPr>
            <a:xfrm>
              <a:off x="4343400"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1"/>
            <p:cNvSpPr/>
            <p:nvPr/>
          </p:nvSpPr>
          <p:spPr>
            <a:xfrm>
              <a:off x="4752975"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31"/>
          <p:cNvGrpSpPr/>
          <p:nvPr/>
        </p:nvGrpSpPr>
        <p:grpSpPr>
          <a:xfrm>
            <a:off x="3914775" y="4734000"/>
            <a:ext cx="1219125" cy="189748"/>
            <a:chOff x="3914775" y="4734000"/>
            <a:chExt cx="1219125" cy="189748"/>
          </a:xfrm>
        </p:grpSpPr>
        <p:cxnSp>
          <p:nvCxnSpPr>
            <p:cNvPr id="449" name="Google Shape;449;p31"/>
            <p:cNvCxnSpPr>
              <a:stCxn id="443" idx="6"/>
              <a:endCxn id="444" idx="2"/>
            </p:cNvCxnSpPr>
            <p:nvPr/>
          </p:nvCxnSpPr>
          <p:spPr>
            <a:xfrm flipH="1" rot="10800000">
              <a:off x="3914775" y="4734000"/>
              <a:ext cx="266700" cy="142800"/>
            </a:xfrm>
            <a:prstGeom prst="straightConnector1">
              <a:avLst/>
            </a:prstGeom>
            <a:noFill/>
            <a:ln cap="flat" cmpd="sng" w="9525">
              <a:solidFill>
                <a:schemeClr val="dk1"/>
              </a:solidFill>
              <a:prstDash val="solid"/>
              <a:round/>
              <a:headEnd len="med" w="med" type="none"/>
              <a:tailEnd len="med" w="med" type="none"/>
            </a:ln>
          </p:spPr>
        </p:cxnSp>
        <p:cxnSp>
          <p:nvCxnSpPr>
            <p:cNvPr id="450" name="Google Shape;450;p31"/>
            <p:cNvCxnSpPr>
              <a:stCxn id="444" idx="5"/>
              <a:endCxn id="445" idx="1"/>
            </p:cNvCxnSpPr>
            <p:nvPr/>
          </p:nvCxnSpPr>
          <p:spPr>
            <a:xfrm>
              <a:off x="4344077" y="4801277"/>
              <a:ext cx="122400" cy="122400"/>
            </a:xfrm>
            <a:prstGeom prst="straightConnector1">
              <a:avLst/>
            </a:prstGeom>
            <a:noFill/>
            <a:ln cap="flat" cmpd="sng" w="9525">
              <a:solidFill>
                <a:schemeClr val="dk1"/>
              </a:solidFill>
              <a:prstDash val="solid"/>
              <a:round/>
              <a:headEnd len="med" w="med" type="none"/>
              <a:tailEnd len="med" w="med" type="none"/>
            </a:ln>
          </p:spPr>
        </p:cxnSp>
        <p:cxnSp>
          <p:nvCxnSpPr>
            <p:cNvPr id="451" name="Google Shape;451;p31"/>
            <p:cNvCxnSpPr>
              <a:stCxn id="445" idx="7"/>
              <a:endCxn id="446" idx="3"/>
            </p:cNvCxnSpPr>
            <p:nvPr/>
          </p:nvCxnSpPr>
          <p:spPr>
            <a:xfrm flipH="1" rot="10800000">
              <a:off x="4601252" y="4867948"/>
              <a:ext cx="150900" cy="55800"/>
            </a:xfrm>
            <a:prstGeom prst="straightConnector1">
              <a:avLst/>
            </a:prstGeom>
            <a:noFill/>
            <a:ln cap="flat" cmpd="sng" w="9525">
              <a:solidFill>
                <a:schemeClr val="dk1"/>
              </a:solidFill>
              <a:prstDash val="solid"/>
              <a:round/>
              <a:headEnd len="med" w="med" type="none"/>
              <a:tailEnd len="med" w="med" type="none"/>
            </a:ln>
          </p:spPr>
        </p:cxnSp>
        <p:cxnSp>
          <p:nvCxnSpPr>
            <p:cNvPr id="452" name="Google Shape;452;p31"/>
            <p:cNvCxnSpPr>
              <a:stCxn id="446" idx="6"/>
              <a:endCxn id="447" idx="2"/>
            </p:cNvCxnSpPr>
            <p:nvPr/>
          </p:nvCxnSpPr>
          <p:spPr>
            <a:xfrm>
              <a:off x="4914900" y="4800600"/>
              <a:ext cx="219000" cy="0"/>
            </a:xfrm>
            <a:prstGeom prst="straightConnector1">
              <a:avLst/>
            </a:prstGeom>
            <a:noFill/>
            <a:ln cap="flat" cmpd="sng" w="9525">
              <a:solidFill>
                <a:schemeClr val="dk1"/>
              </a:solidFill>
              <a:prstDash val="solid"/>
              <a:round/>
              <a:headEnd len="med" w="med" type="none"/>
              <a:tailEnd len="med" w="med" type="none"/>
            </a:ln>
          </p:spPr>
        </p:cxnSp>
      </p:grpSp>
      <p:grpSp>
        <p:nvGrpSpPr>
          <p:cNvPr id="453" name="Google Shape;453;p31"/>
          <p:cNvGrpSpPr/>
          <p:nvPr/>
        </p:nvGrpSpPr>
        <p:grpSpPr>
          <a:xfrm>
            <a:off x="-178656" y="-373623"/>
            <a:ext cx="9791075" cy="5769200"/>
            <a:chOff x="-178656" y="-373623"/>
            <a:chExt cx="9791075" cy="5769200"/>
          </a:xfrm>
        </p:grpSpPr>
        <p:grpSp>
          <p:nvGrpSpPr>
            <p:cNvPr id="454" name="Google Shape;454;p31"/>
            <p:cNvGrpSpPr/>
            <p:nvPr/>
          </p:nvGrpSpPr>
          <p:grpSpPr>
            <a:xfrm>
              <a:off x="-178607" y="3972181"/>
              <a:ext cx="746215" cy="1359455"/>
              <a:chOff x="-178607" y="3972181"/>
              <a:chExt cx="746215" cy="1359455"/>
            </a:xfrm>
          </p:grpSpPr>
          <p:sp>
            <p:nvSpPr>
              <p:cNvPr id="455" name="Google Shape;455;p31"/>
              <p:cNvSpPr/>
              <p:nvPr/>
            </p:nvSpPr>
            <p:spPr>
              <a:xfrm rot="5400000">
                <a:off x="-128690" y="3922264"/>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1"/>
              <p:cNvSpPr/>
              <p:nvPr/>
            </p:nvSpPr>
            <p:spPr>
              <a:xfrm rot="5400000">
                <a:off x="-128690" y="4635339"/>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 name="Google Shape;457;p31"/>
            <p:cNvGrpSpPr/>
            <p:nvPr/>
          </p:nvGrpSpPr>
          <p:grpSpPr>
            <a:xfrm>
              <a:off x="-178656" y="-373623"/>
              <a:ext cx="746312" cy="2083012"/>
              <a:chOff x="-178656" y="-373623"/>
              <a:chExt cx="746312" cy="2083012"/>
            </a:xfrm>
          </p:grpSpPr>
          <p:sp>
            <p:nvSpPr>
              <p:cNvPr id="458" name="Google Shape;458;p31"/>
              <p:cNvSpPr/>
              <p:nvPr/>
            </p:nvSpPr>
            <p:spPr>
              <a:xfrm rot="5400000">
                <a:off x="-128666" y="29999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1"/>
              <p:cNvSpPr/>
              <p:nvPr/>
            </p:nvSpPr>
            <p:spPr>
              <a:xfrm rot="5400000">
                <a:off x="-128666" y="-42361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1"/>
              <p:cNvSpPr/>
              <p:nvPr/>
            </p:nvSpPr>
            <p:spPr>
              <a:xfrm rot="5400000">
                <a:off x="-128666" y="101306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31"/>
            <p:cNvGrpSpPr/>
            <p:nvPr/>
          </p:nvGrpSpPr>
          <p:grpSpPr>
            <a:xfrm>
              <a:off x="8253013" y="4019539"/>
              <a:ext cx="1359406" cy="1376038"/>
              <a:chOff x="204388" y="-386561"/>
              <a:chExt cx="1359406" cy="1376038"/>
            </a:xfrm>
          </p:grpSpPr>
          <p:sp>
            <p:nvSpPr>
              <p:cNvPr id="462" name="Google Shape;462;p31"/>
              <p:cNvSpPr/>
              <p:nvPr/>
            </p:nvSpPr>
            <p:spPr>
              <a:xfrm>
                <a:off x="204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548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1"/>
              <p:cNvSpPr/>
              <p:nvPr/>
            </p:nvSpPr>
            <p:spPr>
              <a:xfrm>
                <a:off x="917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5" name="Shape 465"/>
        <p:cNvGrpSpPr/>
        <p:nvPr/>
      </p:nvGrpSpPr>
      <p:grpSpPr>
        <a:xfrm>
          <a:off x="0" y="0"/>
          <a:ext cx="0" cy="0"/>
          <a:chOff x="0" y="0"/>
          <a:chExt cx="0" cy="0"/>
        </a:xfrm>
      </p:grpSpPr>
      <p:sp>
        <p:nvSpPr>
          <p:cNvPr id="466" name="Google Shape;466;p3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67" name="Google Shape;467;p32"/>
          <p:cNvSpPr txBox="1"/>
          <p:nvPr>
            <p:ph idx="1" type="subTitle"/>
          </p:nvPr>
        </p:nvSpPr>
        <p:spPr>
          <a:xfrm>
            <a:off x="713225" y="2744755"/>
            <a:ext cx="2309700" cy="1015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68" name="Google Shape;468;p32"/>
          <p:cNvSpPr txBox="1"/>
          <p:nvPr>
            <p:ph idx="2" type="subTitle"/>
          </p:nvPr>
        </p:nvSpPr>
        <p:spPr>
          <a:xfrm>
            <a:off x="3417196" y="2744755"/>
            <a:ext cx="2309700" cy="1015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69" name="Google Shape;469;p32"/>
          <p:cNvSpPr txBox="1"/>
          <p:nvPr>
            <p:ph idx="3" type="subTitle"/>
          </p:nvPr>
        </p:nvSpPr>
        <p:spPr>
          <a:xfrm>
            <a:off x="6121167" y="2744755"/>
            <a:ext cx="2309700" cy="1015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470" name="Google Shape;470;p32"/>
          <p:cNvSpPr txBox="1"/>
          <p:nvPr>
            <p:ph idx="4" type="subTitle"/>
          </p:nvPr>
        </p:nvSpPr>
        <p:spPr>
          <a:xfrm>
            <a:off x="713225" y="2326925"/>
            <a:ext cx="2309700" cy="484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2pPr>
            <a:lvl3pPr lvl="2"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3pPr>
            <a:lvl4pPr lvl="3"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4pPr>
            <a:lvl5pPr lvl="4"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5pPr>
            <a:lvl6pPr lvl="5"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6pPr>
            <a:lvl7pPr lvl="6"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7pPr>
            <a:lvl8pPr lvl="7"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8pPr>
            <a:lvl9pPr lvl="8"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9pPr>
          </a:lstStyle>
          <a:p/>
        </p:txBody>
      </p:sp>
      <p:sp>
        <p:nvSpPr>
          <p:cNvPr id="471" name="Google Shape;471;p32"/>
          <p:cNvSpPr txBox="1"/>
          <p:nvPr>
            <p:ph idx="5" type="subTitle"/>
          </p:nvPr>
        </p:nvSpPr>
        <p:spPr>
          <a:xfrm>
            <a:off x="3417196" y="2326925"/>
            <a:ext cx="2309700" cy="484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2pPr>
            <a:lvl3pPr lvl="2"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3pPr>
            <a:lvl4pPr lvl="3"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4pPr>
            <a:lvl5pPr lvl="4"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5pPr>
            <a:lvl6pPr lvl="5"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6pPr>
            <a:lvl7pPr lvl="6"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7pPr>
            <a:lvl8pPr lvl="7"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8pPr>
            <a:lvl9pPr lvl="8"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9pPr>
          </a:lstStyle>
          <a:p/>
        </p:txBody>
      </p:sp>
      <p:sp>
        <p:nvSpPr>
          <p:cNvPr id="472" name="Google Shape;472;p32"/>
          <p:cNvSpPr txBox="1"/>
          <p:nvPr>
            <p:ph idx="6" type="subTitle"/>
          </p:nvPr>
        </p:nvSpPr>
        <p:spPr>
          <a:xfrm>
            <a:off x="6121167" y="2326925"/>
            <a:ext cx="2309700" cy="484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2pPr>
            <a:lvl3pPr lvl="2"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3pPr>
            <a:lvl4pPr lvl="3"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4pPr>
            <a:lvl5pPr lvl="4"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5pPr>
            <a:lvl6pPr lvl="5"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6pPr>
            <a:lvl7pPr lvl="6"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7pPr>
            <a:lvl8pPr lvl="7"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8pPr>
            <a:lvl9pPr lvl="8" rtl="0" algn="ctr">
              <a:lnSpc>
                <a:spcPct val="100000"/>
              </a:lnSpc>
              <a:spcBef>
                <a:spcPts val="0"/>
              </a:spcBef>
              <a:spcAft>
                <a:spcPts val="0"/>
              </a:spcAft>
              <a:buSzPts val="2400"/>
              <a:buFont typeface="Bai Jamjuree"/>
              <a:buNone/>
              <a:defRPr b="1" sz="2400">
                <a:latin typeface="Bai Jamjuree"/>
                <a:ea typeface="Bai Jamjuree"/>
                <a:cs typeface="Bai Jamjuree"/>
                <a:sym typeface="Bai Jamjuree"/>
              </a:defRPr>
            </a:lvl9pPr>
          </a:lstStyle>
          <a:p/>
        </p:txBody>
      </p:sp>
      <p:grpSp>
        <p:nvGrpSpPr>
          <p:cNvPr id="473" name="Google Shape;473;p32"/>
          <p:cNvGrpSpPr/>
          <p:nvPr/>
        </p:nvGrpSpPr>
        <p:grpSpPr>
          <a:xfrm>
            <a:off x="7325900" y="4711500"/>
            <a:ext cx="1104975" cy="209625"/>
            <a:chOff x="7743825" y="187125"/>
            <a:chExt cx="1104975" cy="209625"/>
          </a:xfrm>
        </p:grpSpPr>
        <p:sp>
          <p:nvSpPr>
            <p:cNvPr id="474" name="Google Shape;474;p32"/>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2"/>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2"/>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2"/>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2"/>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2"/>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2"/>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2"/>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2" name="Google Shape;482;p32"/>
          <p:cNvPicPr preferRelativeResize="0"/>
          <p:nvPr/>
        </p:nvPicPr>
        <p:blipFill rotWithShape="1">
          <a:blip r:embed="rId2">
            <a:alphaModFix/>
          </a:blip>
          <a:srcRect b="18226" l="16403" r="16396" t="18220"/>
          <a:stretch/>
        </p:blipFill>
        <p:spPr>
          <a:xfrm rot="7200010">
            <a:off x="8510957" y="2020858"/>
            <a:ext cx="1169710" cy="1106288"/>
          </a:xfrm>
          <a:prstGeom prst="rect">
            <a:avLst/>
          </a:prstGeom>
          <a:noFill/>
          <a:ln>
            <a:noFill/>
          </a:ln>
          <a:effectLst>
            <a:outerShdw blurRad="57150" rotWithShape="0" algn="bl" dir="5400000" dist="19050">
              <a:schemeClr val="lt1">
                <a:alpha val="50000"/>
              </a:schemeClr>
            </a:outerShdw>
          </a:effectLst>
        </p:spPr>
      </p:pic>
      <p:grpSp>
        <p:nvGrpSpPr>
          <p:cNvPr id="483" name="Google Shape;483;p32"/>
          <p:cNvGrpSpPr/>
          <p:nvPr/>
        </p:nvGrpSpPr>
        <p:grpSpPr>
          <a:xfrm>
            <a:off x="-216731" y="-309823"/>
            <a:ext cx="9436606" cy="5746937"/>
            <a:chOff x="-216731" y="-309823"/>
            <a:chExt cx="9436606" cy="5746937"/>
          </a:xfrm>
        </p:grpSpPr>
        <p:grpSp>
          <p:nvGrpSpPr>
            <p:cNvPr id="484" name="Google Shape;484;p32"/>
            <p:cNvGrpSpPr/>
            <p:nvPr/>
          </p:nvGrpSpPr>
          <p:grpSpPr>
            <a:xfrm>
              <a:off x="7860469" y="-309823"/>
              <a:ext cx="1359406" cy="746312"/>
              <a:chOff x="7784269" y="-309823"/>
              <a:chExt cx="1359406" cy="746312"/>
            </a:xfrm>
          </p:grpSpPr>
          <p:sp>
            <p:nvSpPr>
              <p:cNvPr id="485" name="Google Shape;485;p32"/>
              <p:cNvSpPr/>
              <p:nvPr/>
            </p:nvSpPr>
            <p:spPr>
              <a:xfrm rot="10800000">
                <a:off x="8497344"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2"/>
              <p:cNvSpPr/>
              <p:nvPr/>
            </p:nvSpPr>
            <p:spPr>
              <a:xfrm rot="10800000">
                <a:off x="7784269"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32"/>
            <p:cNvGrpSpPr/>
            <p:nvPr/>
          </p:nvGrpSpPr>
          <p:grpSpPr>
            <a:xfrm>
              <a:off x="-216731" y="4690802"/>
              <a:ext cx="2778631" cy="746312"/>
              <a:chOff x="-216731" y="4605077"/>
              <a:chExt cx="2778631" cy="746312"/>
            </a:xfrm>
          </p:grpSpPr>
          <p:grpSp>
            <p:nvGrpSpPr>
              <p:cNvPr id="488" name="Google Shape;488;p32"/>
              <p:cNvGrpSpPr/>
              <p:nvPr/>
            </p:nvGrpSpPr>
            <p:grpSpPr>
              <a:xfrm>
                <a:off x="1202494" y="4605077"/>
                <a:ext cx="1359406" cy="746312"/>
                <a:chOff x="7784269" y="-309823"/>
                <a:chExt cx="1359406" cy="746312"/>
              </a:xfrm>
            </p:grpSpPr>
            <p:sp>
              <p:nvSpPr>
                <p:cNvPr id="489" name="Google Shape;489;p32"/>
                <p:cNvSpPr/>
                <p:nvPr/>
              </p:nvSpPr>
              <p:spPr>
                <a:xfrm rot="10800000">
                  <a:off x="8497344"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2"/>
                <p:cNvSpPr/>
                <p:nvPr/>
              </p:nvSpPr>
              <p:spPr>
                <a:xfrm rot="10800000">
                  <a:off x="7784269"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32"/>
              <p:cNvGrpSpPr/>
              <p:nvPr/>
            </p:nvGrpSpPr>
            <p:grpSpPr>
              <a:xfrm>
                <a:off x="-216731" y="4605077"/>
                <a:ext cx="1359406" cy="746312"/>
                <a:chOff x="7784269" y="-309823"/>
                <a:chExt cx="1359406" cy="746312"/>
              </a:xfrm>
            </p:grpSpPr>
            <p:sp>
              <p:nvSpPr>
                <p:cNvPr id="492" name="Google Shape;492;p32"/>
                <p:cNvSpPr/>
                <p:nvPr/>
              </p:nvSpPr>
              <p:spPr>
                <a:xfrm rot="10800000">
                  <a:off x="8497344"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2"/>
                <p:cNvSpPr/>
                <p:nvPr/>
              </p:nvSpPr>
              <p:spPr>
                <a:xfrm rot="10800000">
                  <a:off x="7784269" y="-30982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0">
    <p:spTree>
      <p:nvGrpSpPr>
        <p:cNvPr id="494" name="Shape 494"/>
        <p:cNvGrpSpPr/>
        <p:nvPr/>
      </p:nvGrpSpPr>
      <p:grpSpPr>
        <a:xfrm>
          <a:off x="0" y="0"/>
          <a:ext cx="0" cy="0"/>
          <a:chOff x="0" y="0"/>
          <a:chExt cx="0" cy="0"/>
        </a:xfrm>
      </p:grpSpPr>
      <p:sp>
        <p:nvSpPr>
          <p:cNvPr id="495" name="Google Shape;495;p3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496" name="Google Shape;496;p33"/>
          <p:cNvSpPr txBox="1"/>
          <p:nvPr>
            <p:ph idx="1" type="subTitle"/>
          </p:nvPr>
        </p:nvSpPr>
        <p:spPr>
          <a:xfrm>
            <a:off x="716725" y="3614225"/>
            <a:ext cx="21753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97" name="Google Shape;497;p33"/>
          <p:cNvSpPr txBox="1"/>
          <p:nvPr>
            <p:ph idx="2" type="subTitle"/>
          </p:nvPr>
        </p:nvSpPr>
        <p:spPr>
          <a:xfrm>
            <a:off x="3484350" y="3614225"/>
            <a:ext cx="21753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98" name="Google Shape;498;p33"/>
          <p:cNvSpPr txBox="1"/>
          <p:nvPr>
            <p:ph idx="3" type="subTitle"/>
          </p:nvPr>
        </p:nvSpPr>
        <p:spPr>
          <a:xfrm>
            <a:off x="6255475" y="3614225"/>
            <a:ext cx="21753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99" name="Google Shape;499;p33"/>
          <p:cNvSpPr txBox="1"/>
          <p:nvPr>
            <p:ph idx="4" type="subTitle"/>
          </p:nvPr>
        </p:nvSpPr>
        <p:spPr>
          <a:xfrm>
            <a:off x="716725" y="3253550"/>
            <a:ext cx="21753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00" name="Google Shape;500;p33"/>
          <p:cNvSpPr txBox="1"/>
          <p:nvPr>
            <p:ph idx="5" type="subTitle"/>
          </p:nvPr>
        </p:nvSpPr>
        <p:spPr>
          <a:xfrm>
            <a:off x="3484350" y="3253550"/>
            <a:ext cx="21753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01" name="Google Shape;501;p33"/>
          <p:cNvSpPr txBox="1"/>
          <p:nvPr>
            <p:ph idx="6" type="subTitle"/>
          </p:nvPr>
        </p:nvSpPr>
        <p:spPr>
          <a:xfrm>
            <a:off x="6255475" y="3253550"/>
            <a:ext cx="21753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grpSp>
        <p:nvGrpSpPr>
          <p:cNvPr id="502" name="Google Shape;502;p33"/>
          <p:cNvGrpSpPr/>
          <p:nvPr/>
        </p:nvGrpSpPr>
        <p:grpSpPr>
          <a:xfrm>
            <a:off x="-181668" y="-836530"/>
            <a:ext cx="1369937" cy="1376038"/>
            <a:chOff x="14182" y="-386561"/>
            <a:chExt cx="1369937" cy="1376038"/>
          </a:xfrm>
        </p:grpSpPr>
        <p:sp>
          <p:nvSpPr>
            <p:cNvPr id="503" name="Google Shape;503;p33"/>
            <p:cNvSpPr/>
            <p:nvPr/>
          </p:nvSpPr>
          <p:spPr>
            <a:xfrm>
              <a:off x="3690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
            <p:cNvSpPr/>
            <p:nvPr/>
          </p:nvSpPr>
          <p:spPr>
            <a:xfrm>
              <a:off x="7377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3"/>
            <p:cNvSpPr/>
            <p:nvPr/>
          </p:nvSpPr>
          <p:spPr>
            <a:xfrm>
              <a:off x="14182"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 name="Google Shape;506;p33"/>
          <p:cNvGrpSpPr/>
          <p:nvPr/>
        </p:nvGrpSpPr>
        <p:grpSpPr>
          <a:xfrm>
            <a:off x="-181683" y="238425"/>
            <a:ext cx="9068633" cy="5290338"/>
            <a:chOff x="-181683" y="238425"/>
            <a:chExt cx="9068633" cy="5290338"/>
          </a:xfrm>
        </p:grpSpPr>
        <p:pic>
          <p:nvPicPr>
            <p:cNvPr id="507" name="Google Shape;507;p33"/>
            <p:cNvPicPr preferRelativeResize="0"/>
            <p:nvPr/>
          </p:nvPicPr>
          <p:blipFill rotWithShape="1">
            <a:blip r:embed="rId2">
              <a:alphaModFix/>
            </a:blip>
            <a:srcRect b="18226" l="16403" r="16396" t="18220"/>
            <a:stretch/>
          </p:blipFill>
          <p:spPr>
            <a:xfrm rot="3390518">
              <a:off x="17494" y="4182635"/>
              <a:ext cx="1169710" cy="1106288"/>
            </a:xfrm>
            <a:prstGeom prst="rect">
              <a:avLst/>
            </a:prstGeom>
            <a:noFill/>
            <a:ln>
              <a:noFill/>
            </a:ln>
            <a:effectLst>
              <a:outerShdw blurRad="57150" rotWithShape="0" algn="bl" dir="5400000" dist="19050">
                <a:schemeClr val="lt1">
                  <a:alpha val="50000"/>
                </a:schemeClr>
              </a:outerShdw>
            </a:effectLst>
          </p:spPr>
        </p:pic>
        <p:pic>
          <p:nvPicPr>
            <p:cNvPr id="508" name="Google Shape;508;p33"/>
            <p:cNvPicPr preferRelativeResize="0"/>
            <p:nvPr/>
          </p:nvPicPr>
          <p:blipFill rotWithShape="1">
            <a:blip r:embed="rId3">
              <a:alphaModFix/>
            </a:blip>
            <a:srcRect b="34547" l="0" r="0" t="34543"/>
            <a:stretch/>
          </p:blipFill>
          <p:spPr>
            <a:xfrm rot="6018299">
              <a:off x="8263465" y="545363"/>
              <a:ext cx="840846" cy="259898"/>
            </a:xfrm>
            <a:prstGeom prst="rect">
              <a:avLst/>
            </a:prstGeom>
            <a:noFill/>
            <a:ln>
              <a:noFill/>
            </a:ln>
            <a:effectLst>
              <a:outerShdw blurRad="57150" rotWithShape="0" algn="bl" dir="5400000" dist="19050">
                <a:schemeClr val="lt1">
                  <a:alpha val="50000"/>
                </a:schemeClr>
              </a:outerShdw>
            </a:effectLst>
          </p:spPr>
        </p:pic>
      </p:grpSp>
      <p:grpSp>
        <p:nvGrpSpPr>
          <p:cNvPr id="509" name="Google Shape;509;p33"/>
          <p:cNvGrpSpPr/>
          <p:nvPr/>
        </p:nvGrpSpPr>
        <p:grpSpPr>
          <a:xfrm rot="5400000">
            <a:off x="8229650" y="4327500"/>
            <a:ext cx="1104975" cy="209625"/>
            <a:chOff x="7743825" y="187125"/>
            <a:chExt cx="1104975" cy="209625"/>
          </a:xfrm>
        </p:grpSpPr>
        <p:sp>
          <p:nvSpPr>
            <p:cNvPr id="510" name="Google Shape;510;p33"/>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3"/>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3"/>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3"/>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3"/>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3"/>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3"/>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3"/>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18" name="Shape 518"/>
        <p:cNvGrpSpPr/>
        <p:nvPr/>
      </p:nvGrpSpPr>
      <p:grpSpPr>
        <a:xfrm>
          <a:off x="0" y="0"/>
          <a:ext cx="0" cy="0"/>
          <a:chOff x="0" y="0"/>
          <a:chExt cx="0" cy="0"/>
        </a:xfrm>
      </p:grpSpPr>
      <p:sp>
        <p:nvSpPr>
          <p:cNvPr id="519" name="Google Shape;519;p3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20" name="Google Shape;520;p34"/>
          <p:cNvSpPr txBox="1"/>
          <p:nvPr>
            <p:ph idx="1" type="subTitle"/>
          </p:nvPr>
        </p:nvSpPr>
        <p:spPr>
          <a:xfrm>
            <a:off x="1648775" y="2200110"/>
            <a:ext cx="28020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1" name="Google Shape;521;p34"/>
          <p:cNvSpPr txBox="1"/>
          <p:nvPr>
            <p:ph idx="2" type="subTitle"/>
          </p:nvPr>
        </p:nvSpPr>
        <p:spPr>
          <a:xfrm>
            <a:off x="5380702" y="2200110"/>
            <a:ext cx="28020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2" name="Google Shape;522;p34"/>
          <p:cNvSpPr txBox="1"/>
          <p:nvPr>
            <p:ph idx="3" type="subTitle"/>
          </p:nvPr>
        </p:nvSpPr>
        <p:spPr>
          <a:xfrm>
            <a:off x="1648775" y="3828675"/>
            <a:ext cx="28020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3" name="Google Shape;523;p34"/>
          <p:cNvSpPr txBox="1"/>
          <p:nvPr>
            <p:ph idx="4" type="subTitle"/>
          </p:nvPr>
        </p:nvSpPr>
        <p:spPr>
          <a:xfrm>
            <a:off x="5380702" y="3828675"/>
            <a:ext cx="28020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4" name="Google Shape;524;p34"/>
          <p:cNvSpPr txBox="1"/>
          <p:nvPr>
            <p:ph idx="5" type="subTitle"/>
          </p:nvPr>
        </p:nvSpPr>
        <p:spPr>
          <a:xfrm>
            <a:off x="1648775" y="1323975"/>
            <a:ext cx="2802000" cy="9510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25" name="Google Shape;525;p34"/>
          <p:cNvSpPr txBox="1"/>
          <p:nvPr>
            <p:ph idx="6" type="subTitle"/>
          </p:nvPr>
        </p:nvSpPr>
        <p:spPr>
          <a:xfrm>
            <a:off x="1648775" y="2953875"/>
            <a:ext cx="2802000" cy="9510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26" name="Google Shape;526;p34"/>
          <p:cNvSpPr txBox="1"/>
          <p:nvPr>
            <p:ph idx="7" type="subTitle"/>
          </p:nvPr>
        </p:nvSpPr>
        <p:spPr>
          <a:xfrm>
            <a:off x="5380702" y="1323975"/>
            <a:ext cx="2802000" cy="9510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27" name="Google Shape;527;p34"/>
          <p:cNvSpPr txBox="1"/>
          <p:nvPr>
            <p:ph idx="8" type="subTitle"/>
          </p:nvPr>
        </p:nvSpPr>
        <p:spPr>
          <a:xfrm>
            <a:off x="5380702" y="2953875"/>
            <a:ext cx="2802000" cy="9510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00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grpSp>
        <p:nvGrpSpPr>
          <p:cNvPr id="528" name="Google Shape;528;p34"/>
          <p:cNvGrpSpPr/>
          <p:nvPr/>
        </p:nvGrpSpPr>
        <p:grpSpPr>
          <a:xfrm flipH="1">
            <a:off x="223013" y="187125"/>
            <a:ext cx="1104975" cy="209625"/>
            <a:chOff x="7743825" y="187125"/>
            <a:chExt cx="1104975" cy="209625"/>
          </a:xfrm>
        </p:grpSpPr>
        <p:sp>
          <p:nvSpPr>
            <p:cNvPr id="529" name="Google Shape;529;p34"/>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4"/>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4"/>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4"/>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4"/>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4"/>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4"/>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4"/>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34"/>
          <p:cNvGrpSpPr/>
          <p:nvPr/>
        </p:nvGrpSpPr>
        <p:grpSpPr>
          <a:xfrm flipH="1">
            <a:off x="-467406" y="-373623"/>
            <a:ext cx="9763800" cy="5769200"/>
            <a:chOff x="-331056" y="-373623"/>
            <a:chExt cx="9763800" cy="5769200"/>
          </a:xfrm>
        </p:grpSpPr>
        <p:grpSp>
          <p:nvGrpSpPr>
            <p:cNvPr id="538" name="Google Shape;538;p34"/>
            <p:cNvGrpSpPr/>
            <p:nvPr/>
          </p:nvGrpSpPr>
          <p:grpSpPr>
            <a:xfrm>
              <a:off x="-331007" y="3972181"/>
              <a:ext cx="746215" cy="1359455"/>
              <a:chOff x="-331007" y="3972181"/>
              <a:chExt cx="746215" cy="1359455"/>
            </a:xfrm>
          </p:grpSpPr>
          <p:sp>
            <p:nvSpPr>
              <p:cNvPr id="539" name="Google Shape;539;p34"/>
              <p:cNvSpPr/>
              <p:nvPr/>
            </p:nvSpPr>
            <p:spPr>
              <a:xfrm rot="5400000">
                <a:off x="-281090" y="3922264"/>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4"/>
              <p:cNvSpPr/>
              <p:nvPr/>
            </p:nvSpPr>
            <p:spPr>
              <a:xfrm rot="5400000">
                <a:off x="-281090" y="4635339"/>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 name="Google Shape;541;p34"/>
            <p:cNvGrpSpPr/>
            <p:nvPr/>
          </p:nvGrpSpPr>
          <p:grpSpPr>
            <a:xfrm>
              <a:off x="-331056" y="-373623"/>
              <a:ext cx="746312" cy="2083012"/>
              <a:chOff x="-331056" y="-373623"/>
              <a:chExt cx="746312" cy="2083012"/>
            </a:xfrm>
          </p:grpSpPr>
          <p:sp>
            <p:nvSpPr>
              <p:cNvPr id="542" name="Google Shape;542;p34"/>
              <p:cNvSpPr/>
              <p:nvPr/>
            </p:nvSpPr>
            <p:spPr>
              <a:xfrm rot="5400000">
                <a:off x="-281066" y="29999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4"/>
              <p:cNvSpPr/>
              <p:nvPr/>
            </p:nvSpPr>
            <p:spPr>
              <a:xfrm rot="5400000">
                <a:off x="-281066" y="-42361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4"/>
              <p:cNvSpPr/>
              <p:nvPr/>
            </p:nvSpPr>
            <p:spPr>
              <a:xfrm rot="5400000">
                <a:off x="-281066" y="101306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 name="Google Shape;545;p34"/>
            <p:cNvGrpSpPr/>
            <p:nvPr/>
          </p:nvGrpSpPr>
          <p:grpSpPr>
            <a:xfrm>
              <a:off x="8062807" y="4019539"/>
              <a:ext cx="1369937" cy="1376038"/>
              <a:chOff x="14182" y="-386561"/>
              <a:chExt cx="1369937" cy="1376038"/>
            </a:xfrm>
          </p:grpSpPr>
          <p:sp>
            <p:nvSpPr>
              <p:cNvPr id="546" name="Google Shape;546;p34"/>
              <p:cNvSpPr/>
              <p:nvPr/>
            </p:nvSpPr>
            <p:spPr>
              <a:xfrm>
                <a:off x="3690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4"/>
              <p:cNvSpPr/>
              <p:nvPr/>
            </p:nvSpPr>
            <p:spPr>
              <a:xfrm>
                <a:off x="7377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4"/>
              <p:cNvSpPr/>
              <p:nvPr/>
            </p:nvSpPr>
            <p:spPr>
              <a:xfrm>
                <a:off x="14182"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9" name="Google Shape;549;p34"/>
          <p:cNvGrpSpPr/>
          <p:nvPr/>
        </p:nvGrpSpPr>
        <p:grpSpPr>
          <a:xfrm flipH="1">
            <a:off x="2114535" y="-31750"/>
            <a:ext cx="5659048" cy="5123863"/>
            <a:chOff x="1735751" y="-31750"/>
            <a:chExt cx="5659048" cy="5123863"/>
          </a:xfrm>
        </p:grpSpPr>
        <p:pic>
          <p:nvPicPr>
            <p:cNvPr id="550" name="Google Shape;550;p34"/>
            <p:cNvPicPr preferRelativeResize="0"/>
            <p:nvPr/>
          </p:nvPicPr>
          <p:blipFill rotWithShape="1">
            <a:blip r:embed="rId2">
              <a:alphaModFix/>
            </a:blip>
            <a:srcRect b="26593" l="0" r="0" t="26593"/>
            <a:stretch/>
          </p:blipFill>
          <p:spPr>
            <a:xfrm rot="37">
              <a:off x="1735751" y="4622334"/>
              <a:ext cx="1003541" cy="469773"/>
            </a:xfrm>
            <a:prstGeom prst="rect">
              <a:avLst/>
            </a:prstGeom>
            <a:noFill/>
            <a:ln>
              <a:noFill/>
            </a:ln>
            <a:effectLst>
              <a:outerShdw blurRad="57150" rotWithShape="0" algn="bl" dir="5400000" dist="19050">
                <a:schemeClr val="lt1">
                  <a:alpha val="50000"/>
                </a:schemeClr>
              </a:outerShdw>
            </a:effectLst>
          </p:spPr>
        </p:pic>
        <p:pic>
          <p:nvPicPr>
            <p:cNvPr id="551" name="Google Shape;551;p34"/>
            <p:cNvPicPr preferRelativeResize="0"/>
            <p:nvPr/>
          </p:nvPicPr>
          <p:blipFill rotWithShape="1">
            <a:blip r:embed="rId3">
              <a:alphaModFix/>
            </a:blip>
            <a:srcRect b="26593" l="0" r="0" t="26593"/>
            <a:stretch/>
          </p:blipFill>
          <p:spPr>
            <a:xfrm rot="702723">
              <a:off x="6440006" y="57206"/>
              <a:ext cx="920638" cy="430963"/>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52" name="Shape 552"/>
        <p:cNvGrpSpPr/>
        <p:nvPr/>
      </p:nvGrpSpPr>
      <p:grpSpPr>
        <a:xfrm>
          <a:off x="0" y="0"/>
          <a:ext cx="0" cy="0"/>
          <a:chOff x="0" y="0"/>
          <a:chExt cx="0" cy="0"/>
        </a:xfrm>
      </p:grpSpPr>
      <p:sp>
        <p:nvSpPr>
          <p:cNvPr id="553" name="Google Shape;553;p3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54" name="Google Shape;554;p35"/>
          <p:cNvSpPr txBox="1"/>
          <p:nvPr>
            <p:ph idx="1" type="subTitle"/>
          </p:nvPr>
        </p:nvSpPr>
        <p:spPr>
          <a:xfrm>
            <a:off x="726651" y="2273926"/>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5" name="Google Shape;555;p35"/>
          <p:cNvSpPr txBox="1"/>
          <p:nvPr>
            <p:ph idx="2" type="subTitle"/>
          </p:nvPr>
        </p:nvSpPr>
        <p:spPr>
          <a:xfrm>
            <a:off x="3474109" y="2273926"/>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6" name="Google Shape;556;p35"/>
          <p:cNvSpPr txBox="1"/>
          <p:nvPr>
            <p:ph idx="3" type="subTitle"/>
          </p:nvPr>
        </p:nvSpPr>
        <p:spPr>
          <a:xfrm>
            <a:off x="726651" y="4028000"/>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7" name="Google Shape;557;p35"/>
          <p:cNvSpPr txBox="1"/>
          <p:nvPr>
            <p:ph idx="4" type="subTitle"/>
          </p:nvPr>
        </p:nvSpPr>
        <p:spPr>
          <a:xfrm>
            <a:off x="3474109" y="4028000"/>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8" name="Google Shape;558;p35"/>
          <p:cNvSpPr txBox="1"/>
          <p:nvPr>
            <p:ph idx="5" type="subTitle"/>
          </p:nvPr>
        </p:nvSpPr>
        <p:spPr>
          <a:xfrm>
            <a:off x="6221568" y="2273926"/>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59" name="Google Shape;559;p35"/>
          <p:cNvSpPr txBox="1"/>
          <p:nvPr>
            <p:ph idx="6" type="subTitle"/>
          </p:nvPr>
        </p:nvSpPr>
        <p:spPr>
          <a:xfrm>
            <a:off x="6221568" y="4028000"/>
            <a:ext cx="2209200" cy="576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560" name="Google Shape;560;p35"/>
          <p:cNvSpPr txBox="1"/>
          <p:nvPr>
            <p:ph idx="7" type="subTitle"/>
          </p:nvPr>
        </p:nvSpPr>
        <p:spPr>
          <a:xfrm>
            <a:off x="726651" y="189562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61" name="Google Shape;561;p35"/>
          <p:cNvSpPr txBox="1"/>
          <p:nvPr>
            <p:ph idx="8" type="subTitle"/>
          </p:nvPr>
        </p:nvSpPr>
        <p:spPr>
          <a:xfrm>
            <a:off x="3474109" y="189562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62" name="Google Shape;562;p35"/>
          <p:cNvSpPr txBox="1"/>
          <p:nvPr>
            <p:ph idx="9" type="subTitle"/>
          </p:nvPr>
        </p:nvSpPr>
        <p:spPr>
          <a:xfrm>
            <a:off x="6221568" y="189562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63" name="Google Shape;563;p35"/>
          <p:cNvSpPr txBox="1"/>
          <p:nvPr>
            <p:ph idx="13" type="subTitle"/>
          </p:nvPr>
        </p:nvSpPr>
        <p:spPr>
          <a:xfrm>
            <a:off x="726651" y="364967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64" name="Google Shape;564;p35"/>
          <p:cNvSpPr txBox="1"/>
          <p:nvPr>
            <p:ph idx="14" type="subTitle"/>
          </p:nvPr>
        </p:nvSpPr>
        <p:spPr>
          <a:xfrm>
            <a:off x="3474109" y="364967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sp>
        <p:nvSpPr>
          <p:cNvPr id="565" name="Google Shape;565;p35"/>
          <p:cNvSpPr txBox="1"/>
          <p:nvPr>
            <p:ph idx="15" type="subTitle"/>
          </p:nvPr>
        </p:nvSpPr>
        <p:spPr>
          <a:xfrm>
            <a:off x="6221568" y="3649675"/>
            <a:ext cx="2212800" cy="4845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2pPr>
            <a:lvl3pPr lvl="2"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3pPr>
            <a:lvl4pPr lvl="3"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4pPr>
            <a:lvl5pPr lvl="4"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5pPr>
            <a:lvl6pPr lvl="5"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6pPr>
            <a:lvl7pPr lvl="6"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7pPr>
            <a:lvl8pPr lvl="7"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8pPr>
            <a:lvl9pPr lvl="8" rtl="0" algn="ctr">
              <a:lnSpc>
                <a:spcPct val="115000"/>
              </a:lnSpc>
              <a:spcBef>
                <a:spcPts val="0"/>
              </a:spcBef>
              <a:spcAft>
                <a:spcPts val="0"/>
              </a:spcAft>
              <a:buSzPts val="2100"/>
              <a:buFont typeface="Bai Jamjuree"/>
              <a:buNone/>
              <a:defRPr b="1" sz="2100">
                <a:latin typeface="Bai Jamjuree"/>
                <a:ea typeface="Bai Jamjuree"/>
                <a:cs typeface="Bai Jamjuree"/>
                <a:sym typeface="Bai Jamjuree"/>
              </a:defRPr>
            </a:lvl9pPr>
          </a:lstStyle>
          <a:p/>
        </p:txBody>
      </p:sp>
      <p:grpSp>
        <p:nvGrpSpPr>
          <p:cNvPr id="566" name="Google Shape;566;p35"/>
          <p:cNvGrpSpPr/>
          <p:nvPr/>
        </p:nvGrpSpPr>
        <p:grpSpPr>
          <a:xfrm>
            <a:off x="-119493" y="-272935"/>
            <a:ext cx="9450435" cy="5809818"/>
            <a:chOff x="-119493" y="-272935"/>
            <a:chExt cx="9450435" cy="5809818"/>
          </a:xfrm>
        </p:grpSpPr>
        <p:grpSp>
          <p:nvGrpSpPr>
            <p:cNvPr id="567" name="Google Shape;567;p35"/>
            <p:cNvGrpSpPr/>
            <p:nvPr/>
          </p:nvGrpSpPr>
          <p:grpSpPr>
            <a:xfrm>
              <a:off x="-119493" y="-272935"/>
              <a:ext cx="2083012" cy="746312"/>
              <a:chOff x="-500493" y="-272935"/>
              <a:chExt cx="2083012" cy="746312"/>
            </a:xfrm>
          </p:grpSpPr>
          <p:sp>
            <p:nvSpPr>
              <p:cNvPr id="568" name="Google Shape;568;p35"/>
              <p:cNvSpPr/>
              <p:nvPr/>
            </p:nvSpPr>
            <p:spPr>
              <a:xfrm>
                <a:off x="223113" y="-27293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5"/>
              <p:cNvSpPr/>
              <p:nvPr/>
            </p:nvSpPr>
            <p:spPr>
              <a:xfrm>
                <a:off x="-500493" y="-27293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5"/>
              <p:cNvSpPr/>
              <p:nvPr/>
            </p:nvSpPr>
            <p:spPr>
              <a:xfrm>
                <a:off x="936188" y="-27293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35"/>
            <p:cNvGrpSpPr/>
            <p:nvPr/>
          </p:nvGrpSpPr>
          <p:grpSpPr>
            <a:xfrm>
              <a:off x="8361498" y="3803898"/>
              <a:ext cx="969444" cy="1732985"/>
              <a:chOff x="8523748" y="3803898"/>
              <a:chExt cx="969444" cy="1732985"/>
            </a:xfrm>
          </p:grpSpPr>
          <p:sp>
            <p:nvSpPr>
              <p:cNvPr id="572" name="Google Shape;572;p35"/>
              <p:cNvSpPr/>
              <p:nvPr/>
            </p:nvSpPr>
            <p:spPr>
              <a:xfrm flipH="1" rot="3600041">
                <a:off x="8685273" y="46973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5"/>
              <p:cNvSpPr/>
              <p:nvPr/>
            </p:nvSpPr>
            <p:spPr>
              <a:xfrm flipH="1" rot="3600041">
                <a:off x="8685273" y="3897233"/>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4" name="Google Shape;574;p35"/>
          <p:cNvGrpSpPr/>
          <p:nvPr/>
        </p:nvGrpSpPr>
        <p:grpSpPr>
          <a:xfrm flipH="1">
            <a:off x="-425510" y="-31750"/>
            <a:ext cx="9350758" cy="2881662"/>
            <a:chOff x="686902" y="-31750"/>
            <a:chExt cx="9350758" cy="2881662"/>
          </a:xfrm>
        </p:grpSpPr>
        <p:pic>
          <p:nvPicPr>
            <p:cNvPr id="575" name="Google Shape;575;p35"/>
            <p:cNvPicPr preferRelativeResize="0"/>
            <p:nvPr/>
          </p:nvPicPr>
          <p:blipFill rotWithShape="1">
            <a:blip r:embed="rId2">
              <a:alphaModFix/>
            </a:blip>
            <a:srcRect b="26593" l="0" r="0" t="26593"/>
            <a:stretch/>
          </p:blipFill>
          <p:spPr>
            <a:xfrm rot="-790044">
              <a:off x="8993801" y="2272014"/>
              <a:ext cx="1003541" cy="469772"/>
            </a:xfrm>
            <a:prstGeom prst="rect">
              <a:avLst/>
            </a:prstGeom>
            <a:noFill/>
            <a:ln>
              <a:noFill/>
            </a:ln>
            <a:effectLst>
              <a:outerShdw blurRad="57150" rotWithShape="0" algn="bl" dir="5400000" dist="19050">
                <a:schemeClr val="lt1">
                  <a:alpha val="50000"/>
                </a:schemeClr>
              </a:outerShdw>
            </a:effectLst>
          </p:spPr>
        </p:pic>
        <p:pic>
          <p:nvPicPr>
            <p:cNvPr id="576" name="Google Shape;576;p35"/>
            <p:cNvPicPr preferRelativeResize="0"/>
            <p:nvPr/>
          </p:nvPicPr>
          <p:blipFill rotWithShape="1">
            <a:blip r:embed="rId3">
              <a:alphaModFix/>
            </a:blip>
            <a:srcRect b="26593" l="0" r="0" t="26593"/>
            <a:stretch/>
          </p:blipFill>
          <p:spPr>
            <a:xfrm rot="702723">
              <a:off x="721056" y="57206"/>
              <a:ext cx="920638" cy="430963"/>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577" name="Shape 577"/>
        <p:cNvGrpSpPr/>
        <p:nvPr/>
      </p:nvGrpSpPr>
      <p:grpSpPr>
        <a:xfrm>
          <a:off x="0" y="0"/>
          <a:ext cx="0" cy="0"/>
          <a:chOff x="0" y="0"/>
          <a:chExt cx="0" cy="0"/>
        </a:xfrm>
      </p:grpSpPr>
      <p:sp>
        <p:nvSpPr>
          <p:cNvPr id="578" name="Google Shape;578;p3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579" name="Google Shape;579;p36"/>
          <p:cNvGrpSpPr/>
          <p:nvPr/>
        </p:nvGrpSpPr>
        <p:grpSpPr>
          <a:xfrm>
            <a:off x="7805800" y="187125"/>
            <a:ext cx="1104975" cy="209625"/>
            <a:chOff x="7743825" y="187125"/>
            <a:chExt cx="1104975" cy="209625"/>
          </a:xfrm>
        </p:grpSpPr>
        <p:sp>
          <p:nvSpPr>
            <p:cNvPr id="580" name="Google Shape;580;p36"/>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6"/>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6"/>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6"/>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6"/>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6"/>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6"/>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6"/>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 name="Google Shape;588;p36"/>
          <p:cNvGrpSpPr/>
          <p:nvPr/>
        </p:nvGrpSpPr>
        <p:grpSpPr>
          <a:xfrm>
            <a:off x="-162606" y="-373623"/>
            <a:ext cx="9763800" cy="5769200"/>
            <a:chOff x="-331056" y="-373623"/>
            <a:chExt cx="9763800" cy="5769200"/>
          </a:xfrm>
        </p:grpSpPr>
        <p:grpSp>
          <p:nvGrpSpPr>
            <p:cNvPr id="589" name="Google Shape;589;p36"/>
            <p:cNvGrpSpPr/>
            <p:nvPr/>
          </p:nvGrpSpPr>
          <p:grpSpPr>
            <a:xfrm>
              <a:off x="-331056" y="-373623"/>
              <a:ext cx="746312" cy="2083012"/>
              <a:chOff x="-331056" y="-373623"/>
              <a:chExt cx="746312" cy="2083012"/>
            </a:xfrm>
          </p:grpSpPr>
          <p:sp>
            <p:nvSpPr>
              <p:cNvPr id="590" name="Google Shape;590;p36"/>
              <p:cNvSpPr/>
              <p:nvPr/>
            </p:nvSpPr>
            <p:spPr>
              <a:xfrm rot="5400000">
                <a:off x="-281066" y="299992"/>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6"/>
              <p:cNvSpPr/>
              <p:nvPr/>
            </p:nvSpPr>
            <p:spPr>
              <a:xfrm rot="5400000">
                <a:off x="-281066" y="-423613"/>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6"/>
              <p:cNvSpPr/>
              <p:nvPr/>
            </p:nvSpPr>
            <p:spPr>
              <a:xfrm rot="5400000">
                <a:off x="-281066" y="1013067"/>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36"/>
            <p:cNvGrpSpPr/>
            <p:nvPr/>
          </p:nvGrpSpPr>
          <p:grpSpPr>
            <a:xfrm>
              <a:off x="8062807" y="4019539"/>
              <a:ext cx="1369937" cy="1376038"/>
              <a:chOff x="14182" y="-386561"/>
              <a:chExt cx="1369937" cy="1376038"/>
            </a:xfrm>
          </p:grpSpPr>
          <p:sp>
            <p:nvSpPr>
              <p:cNvPr id="594" name="Google Shape;594;p36"/>
              <p:cNvSpPr/>
              <p:nvPr/>
            </p:nvSpPr>
            <p:spPr>
              <a:xfrm>
                <a:off x="3690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6"/>
              <p:cNvSpPr/>
              <p:nvPr/>
            </p:nvSpPr>
            <p:spPr>
              <a:xfrm>
                <a:off x="7377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6"/>
              <p:cNvSpPr/>
              <p:nvPr/>
            </p:nvSpPr>
            <p:spPr>
              <a:xfrm>
                <a:off x="14182"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97" name="Google Shape;597;p36"/>
          <p:cNvGrpSpPr/>
          <p:nvPr/>
        </p:nvGrpSpPr>
        <p:grpSpPr>
          <a:xfrm>
            <a:off x="1360205" y="-31750"/>
            <a:ext cx="5659048" cy="5156288"/>
            <a:chOff x="1735751" y="-31750"/>
            <a:chExt cx="5659048" cy="5156288"/>
          </a:xfrm>
        </p:grpSpPr>
        <p:pic>
          <p:nvPicPr>
            <p:cNvPr id="598" name="Google Shape;598;p36"/>
            <p:cNvPicPr preferRelativeResize="0"/>
            <p:nvPr/>
          </p:nvPicPr>
          <p:blipFill rotWithShape="1">
            <a:blip r:embed="rId2">
              <a:alphaModFix/>
            </a:blip>
            <a:srcRect b="26593" l="0" r="0" t="26593"/>
            <a:stretch/>
          </p:blipFill>
          <p:spPr>
            <a:xfrm rot="37">
              <a:off x="1735751" y="4654760"/>
              <a:ext cx="1003541" cy="469773"/>
            </a:xfrm>
            <a:prstGeom prst="rect">
              <a:avLst/>
            </a:prstGeom>
            <a:noFill/>
            <a:ln>
              <a:noFill/>
            </a:ln>
            <a:effectLst>
              <a:outerShdw blurRad="57150" rotWithShape="0" algn="bl" dir="5400000" dist="19050">
                <a:schemeClr val="lt1">
                  <a:alpha val="50000"/>
                </a:schemeClr>
              </a:outerShdw>
            </a:effectLst>
          </p:spPr>
        </p:pic>
        <p:pic>
          <p:nvPicPr>
            <p:cNvPr id="599" name="Google Shape;599;p36"/>
            <p:cNvPicPr preferRelativeResize="0"/>
            <p:nvPr/>
          </p:nvPicPr>
          <p:blipFill rotWithShape="1">
            <a:blip r:embed="rId3">
              <a:alphaModFix/>
            </a:blip>
            <a:srcRect b="26593" l="0" r="0" t="26593"/>
            <a:stretch/>
          </p:blipFill>
          <p:spPr>
            <a:xfrm rot="702723">
              <a:off x="6440006" y="57206"/>
              <a:ext cx="920638" cy="430963"/>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
    <p:spTree>
      <p:nvGrpSpPr>
        <p:cNvPr id="600" name="Shape 600"/>
        <p:cNvGrpSpPr/>
        <p:nvPr/>
      </p:nvGrpSpPr>
      <p:grpSpPr>
        <a:xfrm>
          <a:off x="0" y="0"/>
          <a:ext cx="0" cy="0"/>
          <a:chOff x="0" y="0"/>
          <a:chExt cx="0" cy="0"/>
        </a:xfrm>
      </p:grpSpPr>
      <p:grpSp>
        <p:nvGrpSpPr>
          <p:cNvPr id="601" name="Google Shape;601;p37"/>
          <p:cNvGrpSpPr/>
          <p:nvPr/>
        </p:nvGrpSpPr>
        <p:grpSpPr>
          <a:xfrm>
            <a:off x="-178607" y="3857945"/>
            <a:ext cx="9675959" cy="1699213"/>
            <a:chOff x="-178607" y="3857945"/>
            <a:chExt cx="9675959" cy="1699213"/>
          </a:xfrm>
        </p:grpSpPr>
        <p:grpSp>
          <p:nvGrpSpPr>
            <p:cNvPr id="602" name="Google Shape;602;p37"/>
            <p:cNvGrpSpPr/>
            <p:nvPr/>
          </p:nvGrpSpPr>
          <p:grpSpPr>
            <a:xfrm>
              <a:off x="-178607" y="3972181"/>
              <a:ext cx="746215" cy="1359455"/>
              <a:chOff x="-178607" y="3972181"/>
              <a:chExt cx="746215" cy="1359455"/>
            </a:xfrm>
          </p:grpSpPr>
          <p:sp>
            <p:nvSpPr>
              <p:cNvPr id="603" name="Google Shape;603;p37"/>
              <p:cNvSpPr/>
              <p:nvPr/>
            </p:nvSpPr>
            <p:spPr>
              <a:xfrm rot="5400000">
                <a:off x="-128690" y="3922264"/>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7"/>
              <p:cNvSpPr/>
              <p:nvPr/>
            </p:nvSpPr>
            <p:spPr>
              <a:xfrm rot="5400000">
                <a:off x="-128690" y="4635339"/>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 name="Google Shape;605;p37"/>
            <p:cNvGrpSpPr/>
            <p:nvPr/>
          </p:nvGrpSpPr>
          <p:grpSpPr>
            <a:xfrm>
              <a:off x="8560035" y="3857945"/>
              <a:ext cx="937317" cy="1699213"/>
              <a:chOff x="511410" y="-548155"/>
              <a:chExt cx="937317" cy="1699213"/>
            </a:xfrm>
          </p:grpSpPr>
          <p:sp>
            <p:nvSpPr>
              <p:cNvPr id="606" name="Google Shape;606;p37"/>
              <p:cNvSpPr/>
              <p:nvPr/>
            </p:nvSpPr>
            <p:spPr>
              <a:xfrm rot="1800047">
                <a:off x="654654" y="-436544"/>
                <a:ext cx="646365" cy="746183"/>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7"/>
              <p:cNvSpPr/>
              <p:nvPr/>
            </p:nvSpPr>
            <p:spPr>
              <a:xfrm rot="1800047">
                <a:off x="659140" y="293185"/>
                <a:ext cx="646316" cy="746280"/>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08" name="Google Shape;608;p3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09" name="Google Shape;609;p37"/>
          <p:cNvGrpSpPr/>
          <p:nvPr/>
        </p:nvGrpSpPr>
        <p:grpSpPr>
          <a:xfrm>
            <a:off x="56900" y="-299700"/>
            <a:ext cx="9360248" cy="1597352"/>
            <a:chOff x="56900" y="-299700"/>
            <a:chExt cx="9360248" cy="1597352"/>
          </a:xfrm>
        </p:grpSpPr>
        <p:pic>
          <p:nvPicPr>
            <p:cNvPr id="610" name="Google Shape;610;p37"/>
            <p:cNvPicPr preferRelativeResize="0"/>
            <p:nvPr/>
          </p:nvPicPr>
          <p:blipFill rotWithShape="1">
            <a:blip r:embed="rId2">
              <a:alphaModFix/>
            </a:blip>
            <a:srcRect b="26593" l="0" r="0" t="26593"/>
            <a:stretch/>
          </p:blipFill>
          <p:spPr>
            <a:xfrm flipH="1" rot="-702723">
              <a:off x="91055" y="122056"/>
              <a:ext cx="920638" cy="430963"/>
            </a:xfrm>
            <a:prstGeom prst="rect">
              <a:avLst/>
            </a:prstGeom>
            <a:noFill/>
            <a:ln>
              <a:noFill/>
            </a:ln>
            <a:effectLst>
              <a:outerShdw blurRad="57150" rotWithShape="0" algn="bl" dir="5400000" dist="19050">
                <a:schemeClr val="lt1">
                  <a:alpha val="50000"/>
                </a:schemeClr>
              </a:outerShdw>
            </a:effectLst>
          </p:spPr>
        </p:pic>
        <p:pic>
          <p:nvPicPr>
            <p:cNvPr id="611" name="Google Shape;611;p37"/>
            <p:cNvPicPr preferRelativeResize="0"/>
            <p:nvPr/>
          </p:nvPicPr>
          <p:blipFill rotWithShape="1">
            <a:blip r:embed="rId3">
              <a:alphaModFix/>
            </a:blip>
            <a:srcRect b="18226" l="16403" r="16396" t="18220"/>
            <a:stretch/>
          </p:blipFill>
          <p:spPr>
            <a:xfrm rot="-7572974">
              <a:off x="8040469" y="-54168"/>
              <a:ext cx="1169711" cy="1106288"/>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2_1">
    <p:spTree>
      <p:nvGrpSpPr>
        <p:cNvPr id="612" name="Shape 612"/>
        <p:cNvGrpSpPr/>
        <p:nvPr/>
      </p:nvGrpSpPr>
      <p:grpSpPr>
        <a:xfrm>
          <a:off x="0" y="0"/>
          <a:ext cx="0" cy="0"/>
          <a:chOff x="0" y="0"/>
          <a:chExt cx="0" cy="0"/>
        </a:xfrm>
      </p:grpSpPr>
      <p:grpSp>
        <p:nvGrpSpPr>
          <p:cNvPr id="613" name="Google Shape;613;p38"/>
          <p:cNvGrpSpPr/>
          <p:nvPr/>
        </p:nvGrpSpPr>
        <p:grpSpPr>
          <a:xfrm>
            <a:off x="7616672" y="-401685"/>
            <a:ext cx="1837822" cy="5828101"/>
            <a:chOff x="7616672" y="-401685"/>
            <a:chExt cx="1837822" cy="5828101"/>
          </a:xfrm>
        </p:grpSpPr>
        <p:grpSp>
          <p:nvGrpSpPr>
            <p:cNvPr id="614" name="Google Shape;614;p38"/>
            <p:cNvGrpSpPr/>
            <p:nvPr/>
          </p:nvGrpSpPr>
          <p:grpSpPr>
            <a:xfrm rot="5400000">
              <a:off x="7923293" y="4373581"/>
              <a:ext cx="746215" cy="1359455"/>
              <a:chOff x="-178607" y="3972181"/>
              <a:chExt cx="746215" cy="1359455"/>
            </a:xfrm>
          </p:grpSpPr>
          <p:sp>
            <p:nvSpPr>
              <p:cNvPr id="615" name="Google Shape;615;p38"/>
              <p:cNvSpPr/>
              <p:nvPr/>
            </p:nvSpPr>
            <p:spPr>
              <a:xfrm rot="5400000">
                <a:off x="-128690" y="3922264"/>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8"/>
              <p:cNvSpPr/>
              <p:nvPr/>
            </p:nvSpPr>
            <p:spPr>
              <a:xfrm rot="5400000">
                <a:off x="-128690" y="4635339"/>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38"/>
            <p:cNvGrpSpPr/>
            <p:nvPr/>
          </p:nvGrpSpPr>
          <p:grpSpPr>
            <a:xfrm flipH="1" rot="-5400000">
              <a:off x="8039833" y="266665"/>
              <a:ext cx="2083012" cy="746312"/>
              <a:chOff x="-138218" y="243165"/>
              <a:chExt cx="2083012" cy="746312"/>
            </a:xfrm>
          </p:grpSpPr>
          <p:sp>
            <p:nvSpPr>
              <p:cNvPr id="618" name="Google Shape;618;p38"/>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8"/>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8"/>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1" name="Google Shape;621;p38"/>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22" name="Google Shape;622;p38"/>
          <p:cNvGrpSpPr/>
          <p:nvPr/>
        </p:nvGrpSpPr>
        <p:grpSpPr>
          <a:xfrm>
            <a:off x="-36477" y="-107563"/>
            <a:ext cx="9121536" cy="5185563"/>
            <a:chOff x="-36477" y="-107563"/>
            <a:chExt cx="9121536" cy="5185563"/>
          </a:xfrm>
        </p:grpSpPr>
        <p:pic>
          <p:nvPicPr>
            <p:cNvPr id="623" name="Google Shape;623;p38"/>
            <p:cNvPicPr preferRelativeResize="0"/>
            <p:nvPr/>
          </p:nvPicPr>
          <p:blipFill rotWithShape="1">
            <a:blip r:embed="rId2">
              <a:alphaModFix/>
            </a:blip>
            <a:srcRect b="26593" l="0" r="0" t="26593"/>
            <a:stretch/>
          </p:blipFill>
          <p:spPr>
            <a:xfrm rot="-2480468">
              <a:off x="-6369" y="165339"/>
              <a:ext cx="1003541" cy="469774"/>
            </a:xfrm>
            <a:prstGeom prst="rect">
              <a:avLst/>
            </a:prstGeom>
            <a:noFill/>
            <a:ln>
              <a:noFill/>
            </a:ln>
            <a:effectLst>
              <a:outerShdw blurRad="57150" rotWithShape="0" algn="bl" dir="5400000" dist="19050">
                <a:schemeClr val="lt1">
                  <a:alpha val="50000"/>
                </a:schemeClr>
              </a:outerShdw>
            </a:effectLst>
          </p:spPr>
        </p:pic>
        <p:pic>
          <p:nvPicPr>
            <p:cNvPr id="624" name="Google Shape;624;p38"/>
            <p:cNvPicPr preferRelativeResize="0"/>
            <p:nvPr/>
          </p:nvPicPr>
          <p:blipFill rotWithShape="1">
            <a:blip r:embed="rId2">
              <a:alphaModFix/>
            </a:blip>
            <a:srcRect b="26593" l="0" r="0" t="26593"/>
            <a:stretch/>
          </p:blipFill>
          <p:spPr>
            <a:xfrm rot="-6001016">
              <a:off x="8264705" y="2090015"/>
              <a:ext cx="1003541" cy="469774"/>
            </a:xfrm>
            <a:prstGeom prst="rect">
              <a:avLst/>
            </a:prstGeom>
            <a:noFill/>
            <a:ln>
              <a:noFill/>
            </a:ln>
            <a:effectLst>
              <a:outerShdw blurRad="57150" rotWithShape="0" algn="bl" dir="5400000" dist="19050">
                <a:schemeClr val="lt1">
                  <a:alpha val="50000"/>
                </a:schemeClr>
              </a:outerShdw>
            </a:effectLst>
          </p:spPr>
        </p:pic>
        <p:pic>
          <p:nvPicPr>
            <p:cNvPr id="625" name="Google Shape;625;p38"/>
            <p:cNvPicPr preferRelativeResize="0"/>
            <p:nvPr/>
          </p:nvPicPr>
          <p:blipFill rotWithShape="1">
            <a:blip r:embed="rId3">
              <a:alphaModFix/>
            </a:blip>
            <a:srcRect b="26593" l="0" r="0" t="26593"/>
            <a:stretch/>
          </p:blipFill>
          <p:spPr>
            <a:xfrm flipH="1" rot="-40">
              <a:off x="106630" y="4647031"/>
              <a:ext cx="920638" cy="430963"/>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26" name="Shape 626"/>
        <p:cNvGrpSpPr/>
        <p:nvPr/>
      </p:nvGrpSpPr>
      <p:grpSpPr>
        <a:xfrm>
          <a:off x="0" y="0"/>
          <a:ext cx="0" cy="0"/>
          <a:chOff x="0" y="0"/>
          <a:chExt cx="0" cy="0"/>
        </a:xfrm>
      </p:grpSpPr>
      <p:pic>
        <p:nvPicPr>
          <p:cNvPr id="627" name="Google Shape;627;p39"/>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628" name="Google Shape;628;p39"/>
          <p:cNvSpPr txBox="1"/>
          <p:nvPr>
            <p:ph hasCustomPrompt="1" type="title"/>
          </p:nvPr>
        </p:nvSpPr>
        <p:spPr>
          <a:xfrm>
            <a:off x="713225" y="539507"/>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4500"/>
              <a:buNone/>
              <a:defRPr sz="4500">
                <a:solidFill>
                  <a:schemeClr val="accent1"/>
                </a:solidFill>
              </a:defRPr>
            </a:lvl1pPr>
            <a:lvl2pPr lvl="1" rtl="0" algn="ctr">
              <a:spcBef>
                <a:spcPts val="0"/>
              </a:spcBef>
              <a:spcAft>
                <a:spcPts val="0"/>
              </a:spcAft>
              <a:buClr>
                <a:schemeClr val="lt1"/>
              </a:buClr>
              <a:buSzPts val="4500"/>
              <a:buNone/>
              <a:defRPr sz="4500">
                <a:solidFill>
                  <a:schemeClr val="lt1"/>
                </a:solidFill>
              </a:defRPr>
            </a:lvl2pPr>
            <a:lvl3pPr lvl="2" rtl="0" algn="ctr">
              <a:spcBef>
                <a:spcPts val="0"/>
              </a:spcBef>
              <a:spcAft>
                <a:spcPts val="0"/>
              </a:spcAft>
              <a:buClr>
                <a:schemeClr val="lt1"/>
              </a:buClr>
              <a:buSzPts val="4500"/>
              <a:buNone/>
              <a:defRPr sz="4500">
                <a:solidFill>
                  <a:schemeClr val="lt1"/>
                </a:solidFill>
              </a:defRPr>
            </a:lvl3pPr>
            <a:lvl4pPr lvl="3" rtl="0" algn="ctr">
              <a:spcBef>
                <a:spcPts val="0"/>
              </a:spcBef>
              <a:spcAft>
                <a:spcPts val="0"/>
              </a:spcAft>
              <a:buClr>
                <a:schemeClr val="lt1"/>
              </a:buClr>
              <a:buSzPts val="4500"/>
              <a:buNone/>
              <a:defRPr sz="4500">
                <a:solidFill>
                  <a:schemeClr val="lt1"/>
                </a:solidFill>
              </a:defRPr>
            </a:lvl4pPr>
            <a:lvl5pPr lvl="4" rtl="0" algn="ctr">
              <a:spcBef>
                <a:spcPts val="0"/>
              </a:spcBef>
              <a:spcAft>
                <a:spcPts val="0"/>
              </a:spcAft>
              <a:buClr>
                <a:schemeClr val="lt1"/>
              </a:buClr>
              <a:buSzPts val="4500"/>
              <a:buNone/>
              <a:defRPr sz="4500">
                <a:solidFill>
                  <a:schemeClr val="lt1"/>
                </a:solidFill>
              </a:defRPr>
            </a:lvl5pPr>
            <a:lvl6pPr lvl="5" rtl="0" algn="ctr">
              <a:spcBef>
                <a:spcPts val="0"/>
              </a:spcBef>
              <a:spcAft>
                <a:spcPts val="0"/>
              </a:spcAft>
              <a:buClr>
                <a:schemeClr val="lt1"/>
              </a:buClr>
              <a:buSzPts val="4500"/>
              <a:buNone/>
              <a:defRPr sz="4500">
                <a:solidFill>
                  <a:schemeClr val="lt1"/>
                </a:solidFill>
              </a:defRPr>
            </a:lvl6pPr>
            <a:lvl7pPr lvl="6" rtl="0" algn="ctr">
              <a:spcBef>
                <a:spcPts val="0"/>
              </a:spcBef>
              <a:spcAft>
                <a:spcPts val="0"/>
              </a:spcAft>
              <a:buClr>
                <a:schemeClr val="lt1"/>
              </a:buClr>
              <a:buSzPts val="4500"/>
              <a:buNone/>
              <a:defRPr sz="4500">
                <a:solidFill>
                  <a:schemeClr val="lt1"/>
                </a:solidFill>
              </a:defRPr>
            </a:lvl7pPr>
            <a:lvl8pPr lvl="7" rtl="0" algn="ctr">
              <a:spcBef>
                <a:spcPts val="0"/>
              </a:spcBef>
              <a:spcAft>
                <a:spcPts val="0"/>
              </a:spcAft>
              <a:buClr>
                <a:schemeClr val="lt1"/>
              </a:buClr>
              <a:buSzPts val="4500"/>
              <a:buNone/>
              <a:defRPr sz="4500">
                <a:solidFill>
                  <a:schemeClr val="lt1"/>
                </a:solidFill>
              </a:defRPr>
            </a:lvl8pPr>
            <a:lvl9pPr lvl="8" rtl="0" algn="ctr">
              <a:spcBef>
                <a:spcPts val="0"/>
              </a:spcBef>
              <a:spcAft>
                <a:spcPts val="0"/>
              </a:spcAft>
              <a:buClr>
                <a:schemeClr val="lt1"/>
              </a:buClr>
              <a:buSzPts val="4500"/>
              <a:buNone/>
              <a:defRPr sz="4500">
                <a:solidFill>
                  <a:schemeClr val="lt1"/>
                </a:solidFill>
              </a:defRPr>
            </a:lvl9pPr>
          </a:lstStyle>
          <a:p>
            <a:r>
              <a:t>xx%</a:t>
            </a:r>
          </a:p>
        </p:txBody>
      </p:sp>
      <p:sp>
        <p:nvSpPr>
          <p:cNvPr id="629" name="Google Shape;629;p39"/>
          <p:cNvSpPr txBox="1"/>
          <p:nvPr>
            <p:ph idx="1" type="subTitle"/>
          </p:nvPr>
        </p:nvSpPr>
        <p:spPr>
          <a:xfrm>
            <a:off x="713225" y="1386202"/>
            <a:ext cx="4696800" cy="411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sp>
        <p:nvSpPr>
          <p:cNvPr id="630" name="Google Shape;630;p39"/>
          <p:cNvSpPr txBox="1"/>
          <p:nvPr>
            <p:ph hasCustomPrompt="1" idx="2" type="title"/>
          </p:nvPr>
        </p:nvSpPr>
        <p:spPr>
          <a:xfrm>
            <a:off x="713225" y="1941187"/>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4500"/>
              <a:buNone/>
              <a:defRPr sz="4500">
                <a:solidFill>
                  <a:schemeClr val="accent1"/>
                </a:solidFill>
              </a:defRPr>
            </a:lvl1pPr>
            <a:lvl2pPr lvl="1" rtl="0" algn="ctr">
              <a:spcBef>
                <a:spcPts val="0"/>
              </a:spcBef>
              <a:spcAft>
                <a:spcPts val="0"/>
              </a:spcAft>
              <a:buClr>
                <a:schemeClr val="lt1"/>
              </a:buClr>
              <a:buSzPts val="4500"/>
              <a:buNone/>
              <a:defRPr sz="4500">
                <a:solidFill>
                  <a:schemeClr val="lt1"/>
                </a:solidFill>
              </a:defRPr>
            </a:lvl2pPr>
            <a:lvl3pPr lvl="2" rtl="0" algn="ctr">
              <a:spcBef>
                <a:spcPts val="0"/>
              </a:spcBef>
              <a:spcAft>
                <a:spcPts val="0"/>
              </a:spcAft>
              <a:buClr>
                <a:schemeClr val="lt1"/>
              </a:buClr>
              <a:buSzPts val="4500"/>
              <a:buNone/>
              <a:defRPr sz="4500">
                <a:solidFill>
                  <a:schemeClr val="lt1"/>
                </a:solidFill>
              </a:defRPr>
            </a:lvl3pPr>
            <a:lvl4pPr lvl="3" rtl="0" algn="ctr">
              <a:spcBef>
                <a:spcPts val="0"/>
              </a:spcBef>
              <a:spcAft>
                <a:spcPts val="0"/>
              </a:spcAft>
              <a:buClr>
                <a:schemeClr val="lt1"/>
              </a:buClr>
              <a:buSzPts val="4500"/>
              <a:buNone/>
              <a:defRPr sz="4500">
                <a:solidFill>
                  <a:schemeClr val="lt1"/>
                </a:solidFill>
              </a:defRPr>
            </a:lvl4pPr>
            <a:lvl5pPr lvl="4" rtl="0" algn="ctr">
              <a:spcBef>
                <a:spcPts val="0"/>
              </a:spcBef>
              <a:spcAft>
                <a:spcPts val="0"/>
              </a:spcAft>
              <a:buClr>
                <a:schemeClr val="lt1"/>
              </a:buClr>
              <a:buSzPts val="4500"/>
              <a:buNone/>
              <a:defRPr sz="4500">
                <a:solidFill>
                  <a:schemeClr val="lt1"/>
                </a:solidFill>
              </a:defRPr>
            </a:lvl5pPr>
            <a:lvl6pPr lvl="5" rtl="0" algn="ctr">
              <a:spcBef>
                <a:spcPts val="0"/>
              </a:spcBef>
              <a:spcAft>
                <a:spcPts val="0"/>
              </a:spcAft>
              <a:buClr>
                <a:schemeClr val="lt1"/>
              </a:buClr>
              <a:buSzPts val="4500"/>
              <a:buNone/>
              <a:defRPr sz="4500">
                <a:solidFill>
                  <a:schemeClr val="lt1"/>
                </a:solidFill>
              </a:defRPr>
            </a:lvl6pPr>
            <a:lvl7pPr lvl="6" rtl="0" algn="ctr">
              <a:spcBef>
                <a:spcPts val="0"/>
              </a:spcBef>
              <a:spcAft>
                <a:spcPts val="0"/>
              </a:spcAft>
              <a:buClr>
                <a:schemeClr val="lt1"/>
              </a:buClr>
              <a:buSzPts val="4500"/>
              <a:buNone/>
              <a:defRPr sz="4500">
                <a:solidFill>
                  <a:schemeClr val="lt1"/>
                </a:solidFill>
              </a:defRPr>
            </a:lvl7pPr>
            <a:lvl8pPr lvl="7" rtl="0" algn="ctr">
              <a:spcBef>
                <a:spcPts val="0"/>
              </a:spcBef>
              <a:spcAft>
                <a:spcPts val="0"/>
              </a:spcAft>
              <a:buClr>
                <a:schemeClr val="lt1"/>
              </a:buClr>
              <a:buSzPts val="4500"/>
              <a:buNone/>
              <a:defRPr sz="4500">
                <a:solidFill>
                  <a:schemeClr val="lt1"/>
                </a:solidFill>
              </a:defRPr>
            </a:lvl8pPr>
            <a:lvl9pPr lvl="8" rtl="0" algn="ctr">
              <a:spcBef>
                <a:spcPts val="0"/>
              </a:spcBef>
              <a:spcAft>
                <a:spcPts val="0"/>
              </a:spcAft>
              <a:buClr>
                <a:schemeClr val="lt1"/>
              </a:buClr>
              <a:buSzPts val="4500"/>
              <a:buNone/>
              <a:defRPr sz="4500">
                <a:solidFill>
                  <a:schemeClr val="lt1"/>
                </a:solidFill>
              </a:defRPr>
            </a:lvl9pPr>
          </a:lstStyle>
          <a:p>
            <a:r>
              <a:t>xx%</a:t>
            </a:r>
          </a:p>
        </p:txBody>
      </p:sp>
      <p:sp>
        <p:nvSpPr>
          <p:cNvPr id="631" name="Google Shape;631;p39"/>
          <p:cNvSpPr txBox="1"/>
          <p:nvPr>
            <p:ph idx="3" type="subTitle"/>
          </p:nvPr>
        </p:nvSpPr>
        <p:spPr>
          <a:xfrm>
            <a:off x="713225" y="2789295"/>
            <a:ext cx="4696800" cy="411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sp>
        <p:nvSpPr>
          <p:cNvPr id="632" name="Google Shape;632;p39"/>
          <p:cNvSpPr txBox="1"/>
          <p:nvPr>
            <p:ph hasCustomPrompt="1" idx="4" type="title"/>
          </p:nvPr>
        </p:nvSpPr>
        <p:spPr>
          <a:xfrm>
            <a:off x="713225" y="334286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4500"/>
              <a:buNone/>
              <a:defRPr sz="4500">
                <a:solidFill>
                  <a:schemeClr val="accent1"/>
                </a:solidFill>
              </a:defRPr>
            </a:lvl1pPr>
            <a:lvl2pPr lvl="1" rtl="0" algn="ctr">
              <a:spcBef>
                <a:spcPts val="0"/>
              </a:spcBef>
              <a:spcAft>
                <a:spcPts val="0"/>
              </a:spcAft>
              <a:buClr>
                <a:schemeClr val="lt1"/>
              </a:buClr>
              <a:buSzPts val="4500"/>
              <a:buNone/>
              <a:defRPr sz="4500">
                <a:solidFill>
                  <a:schemeClr val="lt1"/>
                </a:solidFill>
              </a:defRPr>
            </a:lvl2pPr>
            <a:lvl3pPr lvl="2" rtl="0" algn="ctr">
              <a:spcBef>
                <a:spcPts val="0"/>
              </a:spcBef>
              <a:spcAft>
                <a:spcPts val="0"/>
              </a:spcAft>
              <a:buClr>
                <a:schemeClr val="lt1"/>
              </a:buClr>
              <a:buSzPts val="4500"/>
              <a:buNone/>
              <a:defRPr sz="4500">
                <a:solidFill>
                  <a:schemeClr val="lt1"/>
                </a:solidFill>
              </a:defRPr>
            </a:lvl3pPr>
            <a:lvl4pPr lvl="3" rtl="0" algn="ctr">
              <a:spcBef>
                <a:spcPts val="0"/>
              </a:spcBef>
              <a:spcAft>
                <a:spcPts val="0"/>
              </a:spcAft>
              <a:buClr>
                <a:schemeClr val="lt1"/>
              </a:buClr>
              <a:buSzPts val="4500"/>
              <a:buNone/>
              <a:defRPr sz="4500">
                <a:solidFill>
                  <a:schemeClr val="lt1"/>
                </a:solidFill>
              </a:defRPr>
            </a:lvl4pPr>
            <a:lvl5pPr lvl="4" rtl="0" algn="ctr">
              <a:spcBef>
                <a:spcPts val="0"/>
              </a:spcBef>
              <a:spcAft>
                <a:spcPts val="0"/>
              </a:spcAft>
              <a:buClr>
                <a:schemeClr val="lt1"/>
              </a:buClr>
              <a:buSzPts val="4500"/>
              <a:buNone/>
              <a:defRPr sz="4500">
                <a:solidFill>
                  <a:schemeClr val="lt1"/>
                </a:solidFill>
              </a:defRPr>
            </a:lvl5pPr>
            <a:lvl6pPr lvl="5" rtl="0" algn="ctr">
              <a:spcBef>
                <a:spcPts val="0"/>
              </a:spcBef>
              <a:spcAft>
                <a:spcPts val="0"/>
              </a:spcAft>
              <a:buClr>
                <a:schemeClr val="lt1"/>
              </a:buClr>
              <a:buSzPts val="4500"/>
              <a:buNone/>
              <a:defRPr sz="4500">
                <a:solidFill>
                  <a:schemeClr val="lt1"/>
                </a:solidFill>
              </a:defRPr>
            </a:lvl6pPr>
            <a:lvl7pPr lvl="6" rtl="0" algn="ctr">
              <a:spcBef>
                <a:spcPts val="0"/>
              </a:spcBef>
              <a:spcAft>
                <a:spcPts val="0"/>
              </a:spcAft>
              <a:buClr>
                <a:schemeClr val="lt1"/>
              </a:buClr>
              <a:buSzPts val="4500"/>
              <a:buNone/>
              <a:defRPr sz="4500">
                <a:solidFill>
                  <a:schemeClr val="lt1"/>
                </a:solidFill>
              </a:defRPr>
            </a:lvl7pPr>
            <a:lvl8pPr lvl="7" rtl="0" algn="ctr">
              <a:spcBef>
                <a:spcPts val="0"/>
              </a:spcBef>
              <a:spcAft>
                <a:spcPts val="0"/>
              </a:spcAft>
              <a:buClr>
                <a:schemeClr val="lt1"/>
              </a:buClr>
              <a:buSzPts val="4500"/>
              <a:buNone/>
              <a:defRPr sz="4500">
                <a:solidFill>
                  <a:schemeClr val="lt1"/>
                </a:solidFill>
              </a:defRPr>
            </a:lvl8pPr>
            <a:lvl9pPr lvl="8" rtl="0" algn="ctr">
              <a:spcBef>
                <a:spcPts val="0"/>
              </a:spcBef>
              <a:spcAft>
                <a:spcPts val="0"/>
              </a:spcAft>
              <a:buClr>
                <a:schemeClr val="lt1"/>
              </a:buClr>
              <a:buSzPts val="4500"/>
              <a:buNone/>
              <a:defRPr sz="4500">
                <a:solidFill>
                  <a:schemeClr val="lt1"/>
                </a:solidFill>
              </a:defRPr>
            </a:lvl9pPr>
          </a:lstStyle>
          <a:p>
            <a:r>
              <a:t>xx%</a:t>
            </a:r>
          </a:p>
        </p:txBody>
      </p:sp>
      <p:sp>
        <p:nvSpPr>
          <p:cNvPr id="633" name="Google Shape;633;p39"/>
          <p:cNvSpPr txBox="1"/>
          <p:nvPr>
            <p:ph idx="5" type="subTitle"/>
          </p:nvPr>
        </p:nvSpPr>
        <p:spPr>
          <a:xfrm>
            <a:off x="713225" y="4192389"/>
            <a:ext cx="4696800" cy="411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1600"/>
              <a:buNone/>
              <a:defRPr sz="1600">
                <a:solidFill>
                  <a:schemeClr val="dk1"/>
                </a:solidFill>
              </a:defRPr>
            </a:lvl1pPr>
            <a:lvl2pPr lvl="1" rtl="0" algn="ctr">
              <a:lnSpc>
                <a:spcPct val="100000"/>
              </a:lnSpc>
              <a:spcBef>
                <a:spcPts val="0"/>
              </a:spcBef>
              <a:spcAft>
                <a:spcPts val="0"/>
              </a:spcAft>
              <a:buClr>
                <a:schemeClr val="dk1"/>
              </a:buClr>
              <a:buSzPts val="1600"/>
              <a:buNone/>
              <a:defRPr sz="1600">
                <a:solidFill>
                  <a:schemeClr val="dk1"/>
                </a:solidFill>
              </a:defRPr>
            </a:lvl2pPr>
            <a:lvl3pPr lvl="2" rtl="0" algn="ctr">
              <a:lnSpc>
                <a:spcPct val="100000"/>
              </a:lnSpc>
              <a:spcBef>
                <a:spcPts val="0"/>
              </a:spcBef>
              <a:spcAft>
                <a:spcPts val="0"/>
              </a:spcAft>
              <a:buClr>
                <a:schemeClr val="dk1"/>
              </a:buClr>
              <a:buSzPts val="1600"/>
              <a:buNone/>
              <a:defRPr sz="1600">
                <a:solidFill>
                  <a:schemeClr val="dk1"/>
                </a:solidFill>
              </a:defRPr>
            </a:lvl3pPr>
            <a:lvl4pPr lvl="3" rtl="0" algn="ctr">
              <a:lnSpc>
                <a:spcPct val="100000"/>
              </a:lnSpc>
              <a:spcBef>
                <a:spcPts val="0"/>
              </a:spcBef>
              <a:spcAft>
                <a:spcPts val="0"/>
              </a:spcAft>
              <a:buClr>
                <a:schemeClr val="dk1"/>
              </a:buClr>
              <a:buSzPts val="1600"/>
              <a:buNone/>
              <a:defRPr sz="1600">
                <a:solidFill>
                  <a:schemeClr val="dk1"/>
                </a:solidFill>
              </a:defRPr>
            </a:lvl4pPr>
            <a:lvl5pPr lvl="4" rtl="0" algn="ctr">
              <a:lnSpc>
                <a:spcPct val="100000"/>
              </a:lnSpc>
              <a:spcBef>
                <a:spcPts val="0"/>
              </a:spcBef>
              <a:spcAft>
                <a:spcPts val="0"/>
              </a:spcAft>
              <a:buClr>
                <a:schemeClr val="dk1"/>
              </a:buClr>
              <a:buSzPts val="1600"/>
              <a:buNone/>
              <a:defRPr sz="1600">
                <a:solidFill>
                  <a:schemeClr val="dk1"/>
                </a:solidFill>
              </a:defRPr>
            </a:lvl5pPr>
            <a:lvl6pPr lvl="5" rtl="0" algn="ctr">
              <a:lnSpc>
                <a:spcPct val="100000"/>
              </a:lnSpc>
              <a:spcBef>
                <a:spcPts val="0"/>
              </a:spcBef>
              <a:spcAft>
                <a:spcPts val="0"/>
              </a:spcAft>
              <a:buClr>
                <a:schemeClr val="dk1"/>
              </a:buClr>
              <a:buSzPts val="1600"/>
              <a:buNone/>
              <a:defRPr sz="1600">
                <a:solidFill>
                  <a:schemeClr val="dk1"/>
                </a:solidFill>
              </a:defRPr>
            </a:lvl6pPr>
            <a:lvl7pPr lvl="6" rtl="0" algn="ctr">
              <a:lnSpc>
                <a:spcPct val="100000"/>
              </a:lnSpc>
              <a:spcBef>
                <a:spcPts val="0"/>
              </a:spcBef>
              <a:spcAft>
                <a:spcPts val="0"/>
              </a:spcAft>
              <a:buClr>
                <a:schemeClr val="dk1"/>
              </a:buClr>
              <a:buSzPts val="1600"/>
              <a:buNone/>
              <a:defRPr sz="1600">
                <a:solidFill>
                  <a:schemeClr val="dk1"/>
                </a:solidFill>
              </a:defRPr>
            </a:lvl7pPr>
            <a:lvl8pPr lvl="7" rtl="0" algn="ctr">
              <a:lnSpc>
                <a:spcPct val="100000"/>
              </a:lnSpc>
              <a:spcBef>
                <a:spcPts val="0"/>
              </a:spcBef>
              <a:spcAft>
                <a:spcPts val="0"/>
              </a:spcAft>
              <a:buClr>
                <a:schemeClr val="dk1"/>
              </a:buClr>
              <a:buSzPts val="1600"/>
              <a:buNone/>
              <a:defRPr sz="1600">
                <a:solidFill>
                  <a:schemeClr val="dk1"/>
                </a:solidFill>
              </a:defRPr>
            </a:lvl8pPr>
            <a:lvl9pPr lvl="8" rtl="0" algn="ctr">
              <a:lnSpc>
                <a:spcPct val="100000"/>
              </a:lnSpc>
              <a:spcBef>
                <a:spcPts val="0"/>
              </a:spcBef>
              <a:spcAft>
                <a:spcPts val="0"/>
              </a:spcAft>
              <a:buClr>
                <a:schemeClr val="dk1"/>
              </a:buClr>
              <a:buSzPts val="1600"/>
              <a:buNone/>
              <a:defRPr sz="1600">
                <a:solidFill>
                  <a:schemeClr val="dk1"/>
                </a:solidFill>
              </a:defRPr>
            </a:lvl9pPr>
          </a:lstStyle>
          <a:p/>
        </p:txBody>
      </p:sp>
      <p:grpSp>
        <p:nvGrpSpPr>
          <p:cNvPr id="634" name="Google Shape;634;p39"/>
          <p:cNvGrpSpPr/>
          <p:nvPr/>
        </p:nvGrpSpPr>
        <p:grpSpPr>
          <a:xfrm>
            <a:off x="195225" y="4019438"/>
            <a:ext cx="356100" cy="776400"/>
            <a:chOff x="195225" y="4019438"/>
            <a:chExt cx="356100" cy="776400"/>
          </a:xfrm>
        </p:grpSpPr>
        <p:cxnSp>
          <p:nvCxnSpPr>
            <p:cNvPr id="635" name="Google Shape;635;p39"/>
            <p:cNvCxnSpPr>
              <a:stCxn id="636" idx="6"/>
              <a:endCxn id="637" idx="2"/>
            </p:cNvCxnSpPr>
            <p:nvPr/>
          </p:nvCxnSpPr>
          <p:spPr>
            <a:xfrm>
              <a:off x="276225" y="4795838"/>
              <a:ext cx="275100" cy="0"/>
            </a:xfrm>
            <a:prstGeom prst="straightConnector1">
              <a:avLst/>
            </a:prstGeom>
            <a:noFill/>
            <a:ln cap="flat" cmpd="sng" w="9525">
              <a:solidFill>
                <a:schemeClr val="dk1"/>
              </a:solidFill>
              <a:prstDash val="solid"/>
              <a:round/>
              <a:headEnd len="med" w="med" type="none"/>
              <a:tailEnd len="med" w="med" type="none"/>
            </a:ln>
          </p:spPr>
        </p:cxnSp>
        <p:cxnSp>
          <p:nvCxnSpPr>
            <p:cNvPr id="638" name="Google Shape;638;p39"/>
            <p:cNvCxnSpPr>
              <a:stCxn id="636" idx="0"/>
              <a:endCxn id="639" idx="4"/>
            </p:cNvCxnSpPr>
            <p:nvPr/>
          </p:nvCxnSpPr>
          <p:spPr>
            <a:xfrm rot="10800000">
              <a:off x="195225" y="4019438"/>
              <a:ext cx="0" cy="69540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39"/>
            <p:cNvCxnSpPr>
              <a:stCxn id="641" idx="3"/>
              <a:endCxn id="636" idx="7"/>
            </p:cNvCxnSpPr>
            <p:nvPr/>
          </p:nvCxnSpPr>
          <p:spPr>
            <a:xfrm flipH="1">
              <a:off x="252599" y="4424551"/>
              <a:ext cx="175800" cy="314100"/>
            </a:xfrm>
            <a:prstGeom prst="straightConnector1">
              <a:avLst/>
            </a:prstGeom>
            <a:noFill/>
            <a:ln cap="flat" cmpd="sng" w="9525">
              <a:solidFill>
                <a:schemeClr val="dk1"/>
              </a:solidFill>
              <a:prstDash val="solid"/>
              <a:round/>
              <a:headEnd len="med" w="med" type="none"/>
              <a:tailEnd len="med" w="med" type="none"/>
            </a:ln>
          </p:spPr>
        </p:cxnSp>
      </p:grpSp>
      <p:grpSp>
        <p:nvGrpSpPr>
          <p:cNvPr id="642" name="Google Shape;642;p39"/>
          <p:cNvGrpSpPr/>
          <p:nvPr/>
        </p:nvGrpSpPr>
        <p:grpSpPr>
          <a:xfrm>
            <a:off x="7743825" y="4721025"/>
            <a:ext cx="1104975" cy="209625"/>
            <a:chOff x="7743825" y="187125"/>
            <a:chExt cx="1104975" cy="209625"/>
          </a:xfrm>
        </p:grpSpPr>
        <p:sp>
          <p:nvSpPr>
            <p:cNvPr id="643" name="Google Shape;643;p39"/>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9"/>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9"/>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9"/>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9"/>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9"/>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9"/>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9"/>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39"/>
          <p:cNvGrpSpPr/>
          <p:nvPr/>
        </p:nvGrpSpPr>
        <p:grpSpPr>
          <a:xfrm>
            <a:off x="114225" y="3857550"/>
            <a:ext cx="599000" cy="1019288"/>
            <a:chOff x="276225" y="3857550"/>
            <a:chExt cx="599000" cy="1019288"/>
          </a:xfrm>
        </p:grpSpPr>
        <p:sp>
          <p:nvSpPr>
            <p:cNvPr id="636" name="Google Shape;636;p39"/>
            <p:cNvSpPr/>
            <p:nvPr/>
          </p:nvSpPr>
          <p:spPr>
            <a:xfrm>
              <a:off x="276225" y="4714838"/>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2" name="Google Shape;652;p39"/>
            <p:cNvGrpSpPr/>
            <p:nvPr/>
          </p:nvGrpSpPr>
          <p:grpSpPr>
            <a:xfrm>
              <a:off x="276225" y="3857550"/>
              <a:ext cx="599000" cy="1019288"/>
              <a:chOff x="276225" y="3857550"/>
              <a:chExt cx="599000" cy="1019288"/>
            </a:xfrm>
          </p:grpSpPr>
          <p:sp>
            <p:nvSpPr>
              <p:cNvPr id="639" name="Google Shape;639;p39"/>
              <p:cNvSpPr/>
              <p:nvPr/>
            </p:nvSpPr>
            <p:spPr>
              <a:xfrm>
                <a:off x="276225" y="3857550"/>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9"/>
              <p:cNvSpPr/>
              <p:nvPr/>
            </p:nvSpPr>
            <p:spPr>
              <a:xfrm>
                <a:off x="566675" y="4286275"/>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9"/>
              <p:cNvSpPr/>
              <p:nvPr/>
            </p:nvSpPr>
            <p:spPr>
              <a:xfrm>
                <a:off x="713225" y="4714838"/>
                <a:ext cx="162000" cy="16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3" name="Google Shape;653;p39"/>
          <p:cNvGrpSpPr/>
          <p:nvPr/>
        </p:nvGrpSpPr>
        <p:grpSpPr>
          <a:xfrm>
            <a:off x="4686432" y="-364985"/>
            <a:ext cx="2083012" cy="746312"/>
            <a:chOff x="4686432" y="-364985"/>
            <a:chExt cx="2083012" cy="746312"/>
          </a:xfrm>
        </p:grpSpPr>
        <p:sp>
          <p:nvSpPr>
            <p:cNvPr id="654" name="Google Shape;654;p39"/>
            <p:cNvSpPr/>
            <p:nvPr/>
          </p:nvSpPr>
          <p:spPr>
            <a:xfrm>
              <a:off x="5410038" y="-36498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9"/>
            <p:cNvSpPr/>
            <p:nvPr/>
          </p:nvSpPr>
          <p:spPr>
            <a:xfrm>
              <a:off x="4686432" y="-36498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9"/>
            <p:cNvSpPr/>
            <p:nvPr/>
          </p:nvSpPr>
          <p:spPr>
            <a:xfrm>
              <a:off x="6123113" y="-36498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657" name="Shape 657"/>
        <p:cNvGrpSpPr/>
        <p:nvPr/>
      </p:nvGrpSpPr>
      <p:grpSpPr>
        <a:xfrm>
          <a:off x="0" y="0"/>
          <a:ext cx="0" cy="0"/>
          <a:chOff x="0" y="0"/>
          <a:chExt cx="0" cy="0"/>
        </a:xfrm>
      </p:grpSpPr>
      <p:sp>
        <p:nvSpPr>
          <p:cNvPr id="658" name="Google Shape;658;p40"/>
          <p:cNvSpPr txBox="1"/>
          <p:nvPr>
            <p:ph hasCustomPrompt="1" type="title"/>
          </p:nvPr>
        </p:nvSpPr>
        <p:spPr>
          <a:xfrm>
            <a:off x="2449838" y="1521875"/>
            <a:ext cx="1398900" cy="576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3000"/>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a:r>
              <a:t>xx%</a:t>
            </a:r>
          </a:p>
        </p:txBody>
      </p:sp>
      <p:sp>
        <p:nvSpPr>
          <p:cNvPr id="659" name="Google Shape;659;p40"/>
          <p:cNvSpPr txBox="1"/>
          <p:nvPr>
            <p:ph idx="1" type="subTitle"/>
          </p:nvPr>
        </p:nvSpPr>
        <p:spPr>
          <a:xfrm>
            <a:off x="5778950" y="1521875"/>
            <a:ext cx="2178000" cy="5760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60" name="Google Shape;660;p40"/>
          <p:cNvSpPr txBox="1"/>
          <p:nvPr>
            <p:ph idx="2" type="subTitle"/>
          </p:nvPr>
        </p:nvSpPr>
        <p:spPr>
          <a:xfrm>
            <a:off x="3848740" y="1521875"/>
            <a:ext cx="1930200" cy="576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2pPr>
            <a:lvl3pPr lvl="2"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3pPr>
            <a:lvl4pPr lvl="3"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4pPr>
            <a:lvl5pPr lvl="4"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5pPr>
            <a:lvl6pPr lvl="5"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6pPr>
            <a:lvl7pPr lvl="6"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7pPr>
            <a:lvl8pPr lvl="7"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8pPr>
            <a:lvl9pPr lvl="8"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9pPr>
          </a:lstStyle>
          <a:p/>
        </p:txBody>
      </p:sp>
      <p:sp>
        <p:nvSpPr>
          <p:cNvPr id="661" name="Google Shape;661;p40"/>
          <p:cNvSpPr txBox="1"/>
          <p:nvPr>
            <p:ph hasCustomPrompt="1" idx="3" type="title"/>
          </p:nvPr>
        </p:nvSpPr>
        <p:spPr>
          <a:xfrm>
            <a:off x="2449838" y="2661947"/>
            <a:ext cx="1397700" cy="576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3000"/>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a:r>
              <a:t>xx%</a:t>
            </a:r>
          </a:p>
        </p:txBody>
      </p:sp>
      <p:sp>
        <p:nvSpPr>
          <p:cNvPr id="662" name="Google Shape;662;p40"/>
          <p:cNvSpPr txBox="1"/>
          <p:nvPr>
            <p:ph idx="4" type="subTitle"/>
          </p:nvPr>
        </p:nvSpPr>
        <p:spPr>
          <a:xfrm>
            <a:off x="5778949" y="2661951"/>
            <a:ext cx="2178000" cy="5760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63" name="Google Shape;663;p40"/>
          <p:cNvSpPr txBox="1"/>
          <p:nvPr>
            <p:ph idx="5" type="subTitle"/>
          </p:nvPr>
        </p:nvSpPr>
        <p:spPr>
          <a:xfrm>
            <a:off x="3848740" y="2661949"/>
            <a:ext cx="1930200" cy="576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2pPr>
            <a:lvl3pPr lvl="2"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3pPr>
            <a:lvl4pPr lvl="3"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4pPr>
            <a:lvl5pPr lvl="4"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5pPr>
            <a:lvl6pPr lvl="5"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6pPr>
            <a:lvl7pPr lvl="6"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7pPr>
            <a:lvl8pPr lvl="7"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8pPr>
            <a:lvl9pPr lvl="8"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9pPr>
          </a:lstStyle>
          <a:p/>
        </p:txBody>
      </p:sp>
      <p:sp>
        <p:nvSpPr>
          <p:cNvPr id="664" name="Google Shape;664;p40"/>
          <p:cNvSpPr txBox="1"/>
          <p:nvPr>
            <p:ph hasCustomPrompt="1" idx="6" type="title"/>
          </p:nvPr>
        </p:nvSpPr>
        <p:spPr>
          <a:xfrm>
            <a:off x="2449838" y="3802019"/>
            <a:ext cx="1397700" cy="5760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3000"/>
              <a:buNone/>
              <a:defRPr sz="3000"/>
            </a:lvl1pPr>
            <a:lvl2pPr lvl="1" rtl="0" algn="ctr">
              <a:spcBef>
                <a:spcPts val="0"/>
              </a:spcBef>
              <a:spcAft>
                <a:spcPts val="0"/>
              </a:spcAft>
              <a:buClr>
                <a:schemeClr val="lt1"/>
              </a:buClr>
              <a:buSzPts val="3000"/>
              <a:buNone/>
              <a:defRPr sz="3000">
                <a:solidFill>
                  <a:schemeClr val="lt1"/>
                </a:solidFill>
              </a:defRPr>
            </a:lvl2pPr>
            <a:lvl3pPr lvl="2" rtl="0" algn="ctr">
              <a:spcBef>
                <a:spcPts val="0"/>
              </a:spcBef>
              <a:spcAft>
                <a:spcPts val="0"/>
              </a:spcAft>
              <a:buClr>
                <a:schemeClr val="lt1"/>
              </a:buClr>
              <a:buSzPts val="3000"/>
              <a:buNone/>
              <a:defRPr sz="3000">
                <a:solidFill>
                  <a:schemeClr val="lt1"/>
                </a:solidFill>
              </a:defRPr>
            </a:lvl3pPr>
            <a:lvl4pPr lvl="3" rtl="0" algn="ctr">
              <a:spcBef>
                <a:spcPts val="0"/>
              </a:spcBef>
              <a:spcAft>
                <a:spcPts val="0"/>
              </a:spcAft>
              <a:buClr>
                <a:schemeClr val="lt1"/>
              </a:buClr>
              <a:buSzPts val="3000"/>
              <a:buNone/>
              <a:defRPr sz="3000">
                <a:solidFill>
                  <a:schemeClr val="lt1"/>
                </a:solidFill>
              </a:defRPr>
            </a:lvl4pPr>
            <a:lvl5pPr lvl="4" rtl="0" algn="ctr">
              <a:spcBef>
                <a:spcPts val="0"/>
              </a:spcBef>
              <a:spcAft>
                <a:spcPts val="0"/>
              </a:spcAft>
              <a:buClr>
                <a:schemeClr val="lt1"/>
              </a:buClr>
              <a:buSzPts val="3000"/>
              <a:buNone/>
              <a:defRPr sz="3000">
                <a:solidFill>
                  <a:schemeClr val="lt1"/>
                </a:solidFill>
              </a:defRPr>
            </a:lvl5pPr>
            <a:lvl6pPr lvl="5" rtl="0" algn="ctr">
              <a:spcBef>
                <a:spcPts val="0"/>
              </a:spcBef>
              <a:spcAft>
                <a:spcPts val="0"/>
              </a:spcAft>
              <a:buClr>
                <a:schemeClr val="lt1"/>
              </a:buClr>
              <a:buSzPts val="3000"/>
              <a:buNone/>
              <a:defRPr sz="3000">
                <a:solidFill>
                  <a:schemeClr val="lt1"/>
                </a:solidFill>
              </a:defRPr>
            </a:lvl6pPr>
            <a:lvl7pPr lvl="6" rtl="0" algn="ctr">
              <a:spcBef>
                <a:spcPts val="0"/>
              </a:spcBef>
              <a:spcAft>
                <a:spcPts val="0"/>
              </a:spcAft>
              <a:buClr>
                <a:schemeClr val="lt1"/>
              </a:buClr>
              <a:buSzPts val="3000"/>
              <a:buNone/>
              <a:defRPr sz="3000">
                <a:solidFill>
                  <a:schemeClr val="lt1"/>
                </a:solidFill>
              </a:defRPr>
            </a:lvl7pPr>
            <a:lvl8pPr lvl="7" rtl="0" algn="ctr">
              <a:spcBef>
                <a:spcPts val="0"/>
              </a:spcBef>
              <a:spcAft>
                <a:spcPts val="0"/>
              </a:spcAft>
              <a:buClr>
                <a:schemeClr val="lt1"/>
              </a:buClr>
              <a:buSzPts val="3000"/>
              <a:buNone/>
              <a:defRPr sz="3000">
                <a:solidFill>
                  <a:schemeClr val="lt1"/>
                </a:solidFill>
              </a:defRPr>
            </a:lvl8pPr>
            <a:lvl9pPr lvl="8" rtl="0" algn="ctr">
              <a:spcBef>
                <a:spcPts val="0"/>
              </a:spcBef>
              <a:spcAft>
                <a:spcPts val="0"/>
              </a:spcAft>
              <a:buClr>
                <a:schemeClr val="lt1"/>
              </a:buClr>
              <a:buSzPts val="3000"/>
              <a:buNone/>
              <a:defRPr sz="3000">
                <a:solidFill>
                  <a:schemeClr val="lt1"/>
                </a:solidFill>
              </a:defRPr>
            </a:lvl9pPr>
          </a:lstStyle>
          <a:p>
            <a:r>
              <a:t>xx%</a:t>
            </a:r>
          </a:p>
        </p:txBody>
      </p:sp>
      <p:sp>
        <p:nvSpPr>
          <p:cNvPr id="665" name="Google Shape;665;p40"/>
          <p:cNvSpPr txBox="1"/>
          <p:nvPr>
            <p:ph idx="7" type="subTitle"/>
          </p:nvPr>
        </p:nvSpPr>
        <p:spPr>
          <a:xfrm>
            <a:off x="5783996" y="3802025"/>
            <a:ext cx="2178000" cy="5760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66" name="Google Shape;666;p40"/>
          <p:cNvSpPr txBox="1"/>
          <p:nvPr>
            <p:ph idx="8" type="subTitle"/>
          </p:nvPr>
        </p:nvSpPr>
        <p:spPr>
          <a:xfrm>
            <a:off x="3848740" y="3802024"/>
            <a:ext cx="1930200" cy="576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1pPr>
            <a:lvl2pPr lvl="1"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2pPr>
            <a:lvl3pPr lvl="2"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3pPr>
            <a:lvl4pPr lvl="3"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4pPr>
            <a:lvl5pPr lvl="4"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5pPr>
            <a:lvl6pPr lvl="5"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6pPr>
            <a:lvl7pPr lvl="6"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7pPr>
            <a:lvl8pPr lvl="7"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8pPr>
            <a:lvl9pPr lvl="8" rtl="0" algn="ctr">
              <a:lnSpc>
                <a:spcPct val="100000"/>
              </a:lnSpc>
              <a:spcBef>
                <a:spcPts val="0"/>
              </a:spcBef>
              <a:spcAft>
                <a:spcPts val="0"/>
              </a:spcAft>
              <a:buClr>
                <a:schemeClr val="dk1"/>
              </a:buClr>
              <a:buSzPts val="2100"/>
              <a:buFont typeface="Bai Jamjuree"/>
              <a:buNone/>
              <a:defRPr b="1" sz="2100">
                <a:solidFill>
                  <a:schemeClr val="dk1"/>
                </a:solidFill>
                <a:latin typeface="Bai Jamjuree"/>
                <a:ea typeface="Bai Jamjuree"/>
                <a:cs typeface="Bai Jamjuree"/>
                <a:sym typeface="Bai Jamjuree"/>
              </a:defRPr>
            </a:lvl9pPr>
          </a:lstStyle>
          <a:p/>
        </p:txBody>
      </p:sp>
      <p:sp>
        <p:nvSpPr>
          <p:cNvPr id="667" name="Google Shape;667;p40"/>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668" name="Google Shape;668;p40"/>
          <p:cNvGrpSpPr/>
          <p:nvPr/>
        </p:nvGrpSpPr>
        <p:grpSpPr>
          <a:xfrm flipH="1">
            <a:off x="195157" y="187125"/>
            <a:ext cx="1104975" cy="209625"/>
            <a:chOff x="7743825" y="187125"/>
            <a:chExt cx="1104975" cy="209625"/>
          </a:xfrm>
        </p:grpSpPr>
        <p:sp>
          <p:nvSpPr>
            <p:cNvPr id="669" name="Google Shape;669;p40"/>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0"/>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0"/>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0"/>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0"/>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0"/>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0"/>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0"/>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 name="Google Shape;677;p40"/>
          <p:cNvGrpSpPr/>
          <p:nvPr/>
        </p:nvGrpSpPr>
        <p:grpSpPr>
          <a:xfrm>
            <a:off x="-289012" y="-283010"/>
            <a:ext cx="9601037" cy="5806462"/>
            <a:chOff x="-289012" y="-283010"/>
            <a:chExt cx="9601037" cy="5806462"/>
          </a:xfrm>
        </p:grpSpPr>
        <p:grpSp>
          <p:nvGrpSpPr>
            <p:cNvPr id="678" name="Google Shape;678;p40"/>
            <p:cNvGrpSpPr/>
            <p:nvPr/>
          </p:nvGrpSpPr>
          <p:grpSpPr>
            <a:xfrm>
              <a:off x="7229013" y="-283010"/>
              <a:ext cx="2083012" cy="746312"/>
              <a:chOff x="6849632" y="-206810"/>
              <a:chExt cx="2083012" cy="746312"/>
            </a:xfrm>
          </p:grpSpPr>
          <p:sp>
            <p:nvSpPr>
              <p:cNvPr id="679" name="Google Shape;679;p40"/>
              <p:cNvSpPr/>
              <p:nvPr/>
            </p:nvSpPr>
            <p:spPr>
              <a:xfrm flipH="1">
                <a:off x="7562707"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0"/>
              <p:cNvSpPr/>
              <p:nvPr/>
            </p:nvSpPr>
            <p:spPr>
              <a:xfrm flipH="1">
                <a:off x="8286313"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0"/>
              <p:cNvSpPr/>
              <p:nvPr/>
            </p:nvSpPr>
            <p:spPr>
              <a:xfrm flipH="1">
                <a:off x="6849632"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2" name="Google Shape;682;p40"/>
            <p:cNvGrpSpPr/>
            <p:nvPr/>
          </p:nvGrpSpPr>
          <p:grpSpPr>
            <a:xfrm rot="5400000">
              <a:off x="-957362" y="4108790"/>
              <a:ext cx="2083012" cy="746312"/>
              <a:chOff x="6849632" y="-206810"/>
              <a:chExt cx="2083012" cy="746312"/>
            </a:xfrm>
          </p:grpSpPr>
          <p:sp>
            <p:nvSpPr>
              <p:cNvPr id="683" name="Google Shape;683;p40"/>
              <p:cNvSpPr/>
              <p:nvPr/>
            </p:nvSpPr>
            <p:spPr>
              <a:xfrm flipH="1">
                <a:off x="7562707"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0"/>
              <p:cNvSpPr/>
              <p:nvPr/>
            </p:nvSpPr>
            <p:spPr>
              <a:xfrm flipH="1">
                <a:off x="8286313"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0"/>
              <p:cNvSpPr/>
              <p:nvPr/>
            </p:nvSpPr>
            <p:spPr>
              <a:xfrm flipH="1">
                <a:off x="6849632" y="-206810"/>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686" name="Shape 686"/>
        <p:cNvGrpSpPr/>
        <p:nvPr/>
      </p:nvGrpSpPr>
      <p:grpSpPr>
        <a:xfrm>
          <a:off x="0" y="0"/>
          <a:ext cx="0" cy="0"/>
          <a:chOff x="0" y="0"/>
          <a:chExt cx="0" cy="0"/>
        </a:xfrm>
      </p:grpSpPr>
      <p:pic>
        <p:nvPicPr>
          <p:cNvPr id="687" name="Google Shape;687;p41"/>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688" name="Google Shape;688;p41"/>
          <p:cNvSpPr txBox="1"/>
          <p:nvPr>
            <p:ph type="title"/>
          </p:nvPr>
        </p:nvSpPr>
        <p:spPr>
          <a:xfrm>
            <a:off x="3653275" y="2480300"/>
            <a:ext cx="4777500" cy="989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89" name="Google Shape;689;p41"/>
          <p:cNvSpPr txBox="1"/>
          <p:nvPr>
            <p:ph hasCustomPrompt="1" idx="2" type="title"/>
          </p:nvPr>
        </p:nvSpPr>
        <p:spPr>
          <a:xfrm>
            <a:off x="3653275" y="1262600"/>
            <a:ext cx="1376700" cy="12177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690" name="Google Shape;690;p41"/>
          <p:cNvSpPr txBox="1"/>
          <p:nvPr>
            <p:ph idx="1" type="subTitle"/>
          </p:nvPr>
        </p:nvSpPr>
        <p:spPr>
          <a:xfrm>
            <a:off x="3653275" y="3536250"/>
            <a:ext cx="4777500" cy="4116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91" name="Google Shape;691;p41"/>
          <p:cNvGrpSpPr/>
          <p:nvPr/>
        </p:nvGrpSpPr>
        <p:grpSpPr>
          <a:xfrm flipH="1">
            <a:off x="6960501" y="4766300"/>
            <a:ext cx="1104975" cy="209625"/>
            <a:chOff x="7743825" y="187125"/>
            <a:chExt cx="1104975" cy="209625"/>
          </a:xfrm>
        </p:grpSpPr>
        <p:sp>
          <p:nvSpPr>
            <p:cNvPr id="692" name="Google Shape;692;p41"/>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1"/>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1"/>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1"/>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1"/>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1"/>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1"/>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1"/>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 name="Google Shape;700;p41"/>
          <p:cNvGrpSpPr/>
          <p:nvPr/>
        </p:nvGrpSpPr>
        <p:grpSpPr>
          <a:xfrm rot="5400000">
            <a:off x="-439900" y="710625"/>
            <a:ext cx="1600200" cy="447675"/>
            <a:chOff x="3343275" y="4591050"/>
            <a:chExt cx="1600200" cy="447675"/>
          </a:xfrm>
        </p:grpSpPr>
        <p:sp>
          <p:nvSpPr>
            <p:cNvPr id="701" name="Google Shape;701;p41"/>
            <p:cNvSpPr/>
            <p:nvPr/>
          </p:nvSpPr>
          <p:spPr>
            <a:xfrm>
              <a:off x="3343275" y="47339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1"/>
            <p:cNvSpPr/>
            <p:nvPr/>
          </p:nvSpPr>
          <p:spPr>
            <a:xfrm>
              <a:off x="3800475" y="4591050"/>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1"/>
            <p:cNvSpPr/>
            <p:nvPr/>
          </p:nvSpPr>
          <p:spPr>
            <a:xfrm>
              <a:off x="4057650" y="48482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1"/>
            <p:cNvSpPr/>
            <p:nvPr/>
          </p:nvSpPr>
          <p:spPr>
            <a:xfrm>
              <a:off x="4343400"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1"/>
            <p:cNvSpPr/>
            <p:nvPr/>
          </p:nvSpPr>
          <p:spPr>
            <a:xfrm>
              <a:off x="4752975" y="4657725"/>
              <a:ext cx="190500" cy="190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41"/>
          <p:cNvGrpSpPr/>
          <p:nvPr/>
        </p:nvGrpSpPr>
        <p:grpSpPr>
          <a:xfrm rot="5400000">
            <a:off x="-215724" y="839551"/>
            <a:ext cx="1219125" cy="189748"/>
            <a:chOff x="3914775" y="4734000"/>
            <a:chExt cx="1219125" cy="189748"/>
          </a:xfrm>
        </p:grpSpPr>
        <p:cxnSp>
          <p:nvCxnSpPr>
            <p:cNvPr id="707" name="Google Shape;707;p41"/>
            <p:cNvCxnSpPr>
              <a:stCxn id="701" idx="6"/>
              <a:endCxn id="702" idx="2"/>
            </p:cNvCxnSpPr>
            <p:nvPr/>
          </p:nvCxnSpPr>
          <p:spPr>
            <a:xfrm rot="-5400000">
              <a:off x="3976725" y="4672050"/>
              <a:ext cx="142800" cy="266700"/>
            </a:xfrm>
            <a:prstGeom prst="straightConnector1">
              <a:avLst/>
            </a:prstGeom>
            <a:noFill/>
            <a:ln cap="flat" cmpd="sng" w="9525">
              <a:solidFill>
                <a:schemeClr val="dk1"/>
              </a:solidFill>
              <a:prstDash val="solid"/>
              <a:round/>
              <a:headEnd len="med" w="med" type="none"/>
              <a:tailEnd len="med" w="med" type="none"/>
            </a:ln>
          </p:spPr>
        </p:cxnSp>
        <p:cxnSp>
          <p:nvCxnSpPr>
            <p:cNvPr id="708" name="Google Shape;708;p41"/>
            <p:cNvCxnSpPr>
              <a:stCxn id="702" idx="5"/>
              <a:endCxn id="703" idx="1"/>
            </p:cNvCxnSpPr>
            <p:nvPr/>
          </p:nvCxnSpPr>
          <p:spPr>
            <a:xfrm flipH="1" rot="-5400000">
              <a:off x="4344077" y="4801277"/>
              <a:ext cx="122400" cy="122400"/>
            </a:xfrm>
            <a:prstGeom prst="straightConnector1">
              <a:avLst/>
            </a:prstGeom>
            <a:noFill/>
            <a:ln cap="flat" cmpd="sng" w="9525">
              <a:solidFill>
                <a:schemeClr val="dk1"/>
              </a:solidFill>
              <a:prstDash val="solid"/>
              <a:round/>
              <a:headEnd len="med" w="med" type="none"/>
              <a:tailEnd len="med" w="med" type="none"/>
            </a:ln>
          </p:spPr>
        </p:cxnSp>
        <p:cxnSp>
          <p:nvCxnSpPr>
            <p:cNvPr id="709" name="Google Shape;709;p41"/>
            <p:cNvCxnSpPr>
              <a:stCxn id="703" idx="7"/>
              <a:endCxn id="704" idx="3"/>
            </p:cNvCxnSpPr>
            <p:nvPr/>
          </p:nvCxnSpPr>
          <p:spPr>
            <a:xfrm rot="-5400000">
              <a:off x="4648802" y="4820398"/>
              <a:ext cx="55800" cy="150900"/>
            </a:xfrm>
            <a:prstGeom prst="straightConnector1">
              <a:avLst/>
            </a:prstGeom>
            <a:noFill/>
            <a:ln cap="flat" cmpd="sng" w="9525">
              <a:solidFill>
                <a:schemeClr val="dk1"/>
              </a:solidFill>
              <a:prstDash val="solid"/>
              <a:round/>
              <a:headEnd len="med" w="med" type="none"/>
              <a:tailEnd len="med" w="med" type="none"/>
            </a:ln>
          </p:spPr>
        </p:cxnSp>
        <p:cxnSp>
          <p:nvCxnSpPr>
            <p:cNvPr id="710" name="Google Shape;710;p41"/>
            <p:cNvCxnSpPr>
              <a:stCxn id="704" idx="6"/>
              <a:endCxn id="705" idx="2"/>
            </p:cNvCxnSpPr>
            <p:nvPr/>
          </p:nvCxnSpPr>
          <p:spPr>
            <a:xfrm rot="10800000">
              <a:off x="5024400" y="4691100"/>
              <a:ext cx="0" cy="219000"/>
            </a:xfrm>
            <a:prstGeom prst="straightConnector1">
              <a:avLst/>
            </a:prstGeom>
            <a:noFill/>
            <a:ln cap="flat" cmpd="sng" w="9525">
              <a:solidFill>
                <a:schemeClr val="dk1"/>
              </a:solidFill>
              <a:prstDash val="solid"/>
              <a:round/>
              <a:headEnd len="med" w="med" type="none"/>
              <a:tailEnd len="med" w="med" type="none"/>
            </a:ln>
          </p:spPr>
        </p:cxnSp>
      </p:grpSp>
      <p:grpSp>
        <p:nvGrpSpPr>
          <p:cNvPr id="711" name="Google Shape;711;p41"/>
          <p:cNvGrpSpPr/>
          <p:nvPr/>
        </p:nvGrpSpPr>
        <p:grpSpPr>
          <a:xfrm flipH="1">
            <a:off x="-382168" y="3915977"/>
            <a:ext cx="1714284" cy="1376038"/>
            <a:chOff x="-138218" y="-386561"/>
            <a:chExt cx="1714284" cy="1376038"/>
          </a:xfrm>
        </p:grpSpPr>
        <p:sp>
          <p:nvSpPr>
            <p:cNvPr id="712" name="Google Shape;712;p41"/>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1"/>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1"/>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1"/>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16" name="Shape 716"/>
        <p:cNvGrpSpPr/>
        <p:nvPr/>
      </p:nvGrpSpPr>
      <p:grpSpPr>
        <a:xfrm>
          <a:off x="0" y="0"/>
          <a:ext cx="0" cy="0"/>
          <a:chOff x="0" y="0"/>
          <a:chExt cx="0" cy="0"/>
        </a:xfrm>
      </p:grpSpPr>
      <p:pic>
        <p:nvPicPr>
          <p:cNvPr id="717" name="Google Shape;717;p42"/>
          <p:cNvPicPr preferRelativeResize="0"/>
          <p:nvPr/>
        </p:nvPicPr>
        <p:blipFill rotWithShape="1">
          <a:blip r:embed="rId2">
            <a:alphaModFix/>
          </a:blip>
          <a:srcRect b="0" l="0" r="0" t="0"/>
          <a:stretch/>
        </p:blipFill>
        <p:spPr>
          <a:xfrm>
            <a:off x="0" y="0"/>
            <a:ext cx="9144003" cy="5143496"/>
          </a:xfrm>
          <a:prstGeom prst="rect">
            <a:avLst/>
          </a:prstGeom>
          <a:noFill/>
          <a:ln>
            <a:noFill/>
          </a:ln>
        </p:spPr>
      </p:pic>
      <p:sp>
        <p:nvSpPr>
          <p:cNvPr id="718" name="Google Shape;718;p42"/>
          <p:cNvSpPr txBox="1"/>
          <p:nvPr>
            <p:ph type="title"/>
          </p:nvPr>
        </p:nvSpPr>
        <p:spPr>
          <a:xfrm>
            <a:off x="713263" y="539500"/>
            <a:ext cx="44481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sz="60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19" name="Google Shape;719;p42"/>
          <p:cNvSpPr txBox="1"/>
          <p:nvPr>
            <p:ph idx="1" type="subTitle"/>
          </p:nvPr>
        </p:nvSpPr>
        <p:spPr>
          <a:xfrm>
            <a:off x="713225" y="1541500"/>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20" name="Google Shape;720;p42"/>
          <p:cNvSpPr txBox="1"/>
          <p:nvPr/>
        </p:nvSpPr>
        <p:spPr>
          <a:xfrm>
            <a:off x="713275" y="3611950"/>
            <a:ext cx="4945800" cy="55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CREDITS:</a:t>
            </a:r>
            <a:r>
              <a:rPr lang="en-GB" sz="1200">
                <a:solidFill>
                  <a:schemeClr val="dk1"/>
                </a:solidFill>
                <a:latin typeface="Karla"/>
                <a:ea typeface="Karla"/>
                <a:cs typeface="Karla"/>
                <a:sym typeface="Karla"/>
              </a:rPr>
              <a:t> This presentation template was created by </a:t>
            </a:r>
            <a:r>
              <a:rPr b="1" lang="en-GB" sz="1200" u="sng">
                <a:solidFill>
                  <a:schemeClr val="dk1"/>
                </a:solidFill>
                <a:latin typeface="Karla"/>
                <a:ea typeface="Karla"/>
                <a:cs typeface="Karla"/>
                <a:sym typeface="Karla"/>
                <a:hlinkClick r:id="rId3">
                  <a:extLst>
                    <a:ext uri="{A12FA001-AC4F-418D-AE19-62706E023703}">
                      <ahyp:hlinkClr val="tx"/>
                    </a:ext>
                  </a:extLst>
                </a:hlinkClick>
              </a:rPr>
              <a:t>Slidesgo</a:t>
            </a:r>
            <a:r>
              <a:rPr lang="en-GB" sz="1200">
                <a:solidFill>
                  <a:schemeClr val="dk1"/>
                </a:solidFill>
                <a:latin typeface="Karla"/>
                <a:ea typeface="Karla"/>
                <a:cs typeface="Karla"/>
                <a:sym typeface="Karla"/>
              </a:rPr>
              <a:t>, and includes icons by </a:t>
            </a:r>
            <a:r>
              <a:rPr b="1" lang="en-GB" sz="1200" u="sng">
                <a:solidFill>
                  <a:schemeClr val="dk1"/>
                </a:solidFill>
                <a:latin typeface="Karla"/>
                <a:ea typeface="Karla"/>
                <a:cs typeface="Karla"/>
                <a:sym typeface="Karla"/>
                <a:hlinkClick r:id="rId4">
                  <a:extLst>
                    <a:ext uri="{A12FA001-AC4F-418D-AE19-62706E023703}">
                      <ahyp:hlinkClr val="tx"/>
                    </a:ext>
                  </a:extLst>
                </a:hlinkClick>
              </a:rPr>
              <a:t>Flaticon</a:t>
            </a:r>
            <a:r>
              <a:rPr lang="en-GB" sz="1200">
                <a:solidFill>
                  <a:schemeClr val="dk1"/>
                </a:solidFill>
                <a:latin typeface="Karla"/>
                <a:ea typeface="Karla"/>
                <a:cs typeface="Karla"/>
                <a:sym typeface="Karla"/>
              </a:rPr>
              <a:t>, and infographics &amp; images by </a:t>
            </a:r>
            <a:r>
              <a:rPr b="1" lang="en-GB" sz="1200" u="sng">
                <a:solidFill>
                  <a:schemeClr val="dk1"/>
                </a:solidFill>
                <a:latin typeface="Karla"/>
                <a:ea typeface="Karla"/>
                <a:cs typeface="Karla"/>
                <a:sym typeface="Karla"/>
                <a:hlinkClick r:id="rId5">
                  <a:extLst>
                    <a:ext uri="{A12FA001-AC4F-418D-AE19-62706E023703}">
                      <ahyp:hlinkClr val="tx"/>
                    </a:ext>
                  </a:extLst>
                </a:hlinkClick>
              </a:rPr>
              <a:t>Freepik</a:t>
            </a:r>
            <a:r>
              <a:rPr lang="en-GB" sz="1200" u="sng">
                <a:solidFill>
                  <a:schemeClr val="dk1"/>
                </a:solidFill>
                <a:latin typeface="Karla"/>
                <a:ea typeface="Karla"/>
                <a:cs typeface="Karla"/>
                <a:sym typeface="Karla"/>
              </a:rPr>
              <a:t> </a:t>
            </a:r>
            <a:endParaRPr b="1" sz="1200" u="sng">
              <a:solidFill>
                <a:schemeClr val="dk1"/>
              </a:solidFill>
              <a:latin typeface="Karla"/>
              <a:ea typeface="Karla"/>
              <a:cs typeface="Karla"/>
              <a:sym typeface="Karla"/>
            </a:endParaRPr>
          </a:p>
        </p:txBody>
      </p:sp>
      <p:grpSp>
        <p:nvGrpSpPr>
          <p:cNvPr id="721" name="Google Shape;721;p42"/>
          <p:cNvGrpSpPr/>
          <p:nvPr/>
        </p:nvGrpSpPr>
        <p:grpSpPr>
          <a:xfrm flipH="1">
            <a:off x="368226" y="187125"/>
            <a:ext cx="1104975" cy="209625"/>
            <a:chOff x="7743825" y="187125"/>
            <a:chExt cx="1104975" cy="209625"/>
          </a:xfrm>
        </p:grpSpPr>
        <p:sp>
          <p:nvSpPr>
            <p:cNvPr id="722" name="Google Shape;722;p42"/>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2"/>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2"/>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2"/>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2"/>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2"/>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2"/>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2"/>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 name="Google Shape;730;p42"/>
          <p:cNvGrpSpPr/>
          <p:nvPr/>
        </p:nvGrpSpPr>
        <p:grpSpPr>
          <a:xfrm>
            <a:off x="-765801" y="-810702"/>
            <a:ext cx="10443838" cy="6505662"/>
            <a:chOff x="-765801" y="-810702"/>
            <a:chExt cx="10443838" cy="6505662"/>
          </a:xfrm>
        </p:grpSpPr>
        <p:grpSp>
          <p:nvGrpSpPr>
            <p:cNvPr id="731" name="Google Shape;731;p42"/>
            <p:cNvGrpSpPr/>
            <p:nvPr/>
          </p:nvGrpSpPr>
          <p:grpSpPr>
            <a:xfrm flipH="1" rot="5400000">
              <a:off x="-1119287" y="3965434"/>
              <a:ext cx="2083012" cy="1376038"/>
              <a:chOff x="-138218" y="-386561"/>
              <a:chExt cx="2083012" cy="1376038"/>
            </a:xfrm>
          </p:grpSpPr>
          <p:sp>
            <p:nvSpPr>
              <p:cNvPr id="732" name="Google Shape;732;p42"/>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2"/>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2"/>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2"/>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2"/>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42"/>
            <p:cNvGrpSpPr/>
            <p:nvPr/>
          </p:nvGrpSpPr>
          <p:grpSpPr>
            <a:xfrm flipH="1" rot="5400000">
              <a:off x="7948513" y="-457216"/>
              <a:ext cx="2083012" cy="1376038"/>
              <a:chOff x="-138218" y="-386561"/>
              <a:chExt cx="2083012" cy="1376038"/>
            </a:xfrm>
          </p:grpSpPr>
          <p:sp>
            <p:nvSpPr>
              <p:cNvPr id="738" name="Google Shape;738;p42"/>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2"/>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2"/>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2"/>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2"/>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43" name="Shape 743"/>
        <p:cNvGrpSpPr/>
        <p:nvPr/>
      </p:nvGrpSpPr>
      <p:grpSpPr>
        <a:xfrm>
          <a:off x="0" y="0"/>
          <a:ext cx="0" cy="0"/>
          <a:chOff x="0" y="0"/>
          <a:chExt cx="0" cy="0"/>
        </a:xfrm>
      </p:grpSpPr>
      <p:grpSp>
        <p:nvGrpSpPr>
          <p:cNvPr id="744" name="Google Shape;744;p43"/>
          <p:cNvGrpSpPr/>
          <p:nvPr/>
        </p:nvGrpSpPr>
        <p:grpSpPr>
          <a:xfrm flipH="1">
            <a:off x="-1195493" y="-472827"/>
            <a:ext cx="2083012" cy="5880154"/>
            <a:chOff x="7972155" y="-472827"/>
            <a:chExt cx="2083012" cy="5880154"/>
          </a:xfrm>
        </p:grpSpPr>
        <p:grpSp>
          <p:nvGrpSpPr>
            <p:cNvPr id="745" name="Google Shape;745;p43"/>
            <p:cNvGrpSpPr/>
            <p:nvPr/>
          </p:nvGrpSpPr>
          <p:grpSpPr>
            <a:xfrm flipH="1">
              <a:off x="7972155" y="4031289"/>
              <a:ext cx="2083012" cy="1376038"/>
              <a:chOff x="-138218" y="-386561"/>
              <a:chExt cx="2083012" cy="1376038"/>
            </a:xfrm>
          </p:grpSpPr>
          <p:sp>
            <p:nvSpPr>
              <p:cNvPr id="746" name="Google Shape;746;p43"/>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3"/>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3"/>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3"/>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3"/>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43"/>
            <p:cNvGrpSpPr/>
            <p:nvPr/>
          </p:nvGrpSpPr>
          <p:grpSpPr>
            <a:xfrm flipH="1">
              <a:off x="8179357" y="-472827"/>
              <a:ext cx="969444" cy="1732985"/>
              <a:chOff x="-98627" y="-472827"/>
              <a:chExt cx="969444" cy="1732985"/>
            </a:xfrm>
          </p:grpSpPr>
          <p:sp>
            <p:nvSpPr>
              <p:cNvPr id="752" name="Google Shape;752;p43"/>
              <p:cNvSpPr/>
              <p:nvPr/>
            </p:nvSpPr>
            <p:spPr>
              <a:xfrm flipH="1" rot="3600041">
                <a:off x="62898" y="420608"/>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3"/>
              <p:cNvSpPr/>
              <p:nvPr/>
            </p:nvSpPr>
            <p:spPr>
              <a:xfrm flipH="1" rot="3600041">
                <a:off x="62898" y="-379492"/>
                <a:ext cx="646393" cy="746216"/>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4" name="Google Shape;754;p43"/>
          <p:cNvGrpSpPr/>
          <p:nvPr/>
        </p:nvGrpSpPr>
        <p:grpSpPr>
          <a:xfrm flipH="1">
            <a:off x="2407850" y="-31750"/>
            <a:ext cx="5699364" cy="5175237"/>
            <a:chOff x="1695435" y="-31750"/>
            <a:chExt cx="5699364" cy="5175237"/>
          </a:xfrm>
        </p:grpSpPr>
        <p:pic>
          <p:nvPicPr>
            <p:cNvPr id="755" name="Google Shape;755;p43"/>
            <p:cNvPicPr preferRelativeResize="0"/>
            <p:nvPr/>
          </p:nvPicPr>
          <p:blipFill rotWithShape="1">
            <a:blip r:embed="rId2">
              <a:alphaModFix/>
            </a:blip>
            <a:srcRect b="26593" l="0" r="0" t="26593"/>
            <a:stretch/>
          </p:blipFill>
          <p:spPr>
            <a:xfrm rot="-790044">
              <a:off x="1735751" y="4565589"/>
              <a:ext cx="1003541" cy="469772"/>
            </a:xfrm>
            <a:prstGeom prst="rect">
              <a:avLst/>
            </a:prstGeom>
            <a:noFill/>
            <a:ln>
              <a:noFill/>
            </a:ln>
            <a:effectLst>
              <a:outerShdw blurRad="57150" rotWithShape="0" algn="bl" dir="5400000" dist="19050">
                <a:schemeClr val="lt1">
                  <a:alpha val="50000"/>
                </a:schemeClr>
              </a:outerShdw>
            </a:effectLst>
          </p:spPr>
        </p:pic>
        <p:pic>
          <p:nvPicPr>
            <p:cNvPr id="756" name="Google Shape;756;p43"/>
            <p:cNvPicPr preferRelativeResize="0"/>
            <p:nvPr/>
          </p:nvPicPr>
          <p:blipFill rotWithShape="1">
            <a:blip r:embed="rId3">
              <a:alphaModFix/>
            </a:blip>
            <a:srcRect b="26593" l="0" r="0" t="26593"/>
            <a:stretch/>
          </p:blipFill>
          <p:spPr>
            <a:xfrm rot="702723">
              <a:off x="6440006" y="57206"/>
              <a:ext cx="920638" cy="430963"/>
            </a:xfrm>
            <a:prstGeom prst="rect">
              <a:avLst/>
            </a:prstGeom>
            <a:noFill/>
            <a:ln>
              <a:noFill/>
            </a:ln>
            <a:effectLst>
              <a:outerShdw blurRad="57150" rotWithShape="0" algn="bl" dir="5400000" dist="19050">
                <a:schemeClr val="lt1">
                  <a:alpha val="50000"/>
                </a:schemeClr>
              </a:outerShdw>
            </a:effectLst>
          </p:spPr>
        </p:pic>
      </p:grpSp>
      <p:grpSp>
        <p:nvGrpSpPr>
          <p:cNvPr id="757" name="Google Shape;757;p43"/>
          <p:cNvGrpSpPr/>
          <p:nvPr/>
        </p:nvGrpSpPr>
        <p:grpSpPr>
          <a:xfrm flipH="1">
            <a:off x="7835826" y="187125"/>
            <a:ext cx="1104975" cy="209625"/>
            <a:chOff x="7743825" y="187125"/>
            <a:chExt cx="1104975" cy="209625"/>
          </a:xfrm>
        </p:grpSpPr>
        <p:sp>
          <p:nvSpPr>
            <p:cNvPr id="758" name="Google Shape;758;p43"/>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3"/>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3"/>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3"/>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3"/>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3"/>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3"/>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3"/>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66" name="Shape 766"/>
        <p:cNvGrpSpPr/>
        <p:nvPr/>
      </p:nvGrpSpPr>
      <p:grpSpPr>
        <a:xfrm>
          <a:off x="0" y="0"/>
          <a:ext cx="0" cy="0"/>
          <a:chOff x="0" y="0"/>
          <a:chExt cx="0" cy="0"/>
        </a:xfrm>
      </p:grpSpPr>
      <p:pic>
        <p:nvPicPr>
          <p:cNvPr id="767" name="Google Shape;767;p44"/>
          <p:cNvPicPr preferRelativeResize="0"/>
          <p:nvPr/>
        </p:nvPicPr>
        <p:blipFill rotWithShape="1">
          <a:blip r:embed="rId2">
            <a:alphaModFix/>
          </a:blip>
          <a:srcRect b="0" l="0" r="0" t="0"/>
          <a:stretch/>
        </p:blipFill>
        <p:spPr>
          <a:xfrm>
            <a:off x="0" y="0"/>
            <a:ext cx="9144003" cy="5143496"/>
          </a:xfrm>
          <a:prstGeom prst="rect">
            <a:avLst/>
          </a:prstGeom>
          <a:noFill/>
          <a:ln>
            <a:noFill/>
          </a:ln>
        </p:spPr>
      </p:pic>
      <p:grpSp>
        <p:nvGrpSpPr>
          <p:cNvPr id="768" name="Google Shape;768;p44"/>
          <p:cNvGrpSpPr/>
          <p:nvPr/>
        </p:nvGrpSpPr>
        <p:grpSpPr>
          <a:xfrm flipH="1">
            <a:off x="368226" y="187125"/>
            <a:ext cx="1104975" cy="209625"/>
            <a:chOff x="7743825" y="187125"/>
            <a:chExt cx="1104975" cy="209625"/>
          </a:xfrm>
        </p:grpSpPr>
        <p:sp>
          <p:nvSpPr>
            <p:cNvPr id="769" name="Google Shape;769;p44"/>
            <p:cNvSpPr/>
            <p:nvPr/>
          </p:nvSpPr>
          <p:spPr>
            <a:xfrm>
              <a:off x="774382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4"/>
            <p:cNvSpPr/>
            <p:nvPr/>
          </p:nvSpPr>
          <p:spPr>
            <a:xfrm>
              <a:off x="809625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4"/>
            <p:cNvSpPr/>
            <p:nvPr/>
          </p:nvSpPr>
          <p:spPr>
            <a:xfrm>
              <a:off x="8448675"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4"/>
            <p:cNvSpPr/>
            <p:nvPr/>
          </p:nvSpPr>
          <p:spPr>
            <a:xfrm>
              <a:off x="8801100" y="187125"/>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4"/>
            <p:cNvSpPr/>
            <p:nvPr/>
          </p:nvSpPr>
          <p:spPr>
            <a:xfrm>
              <a:off x="774382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4"/>
            <p:cNvSpPr/>
            <p:nvPr/>
          </p:nvSpPr>
          <p:spPr>
            <a:xfrm>
              <a:off x="809625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4"/>
            <p:cNvSpPr/>
            <p:nvPr/>
          </p:nvSpPr>
          <p:spPr>
            <a:xfrm>
              <a:off x="8448675"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4"/>
            <p:cNvSpPr/>
            <p:nvPr/>
          </p:nvSpPr>
          <p:spPr>
            <a:xfrm>
              <a:off x="8801100" y="349050"/>
              <a:ext cx="47700" cy="47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7" name="Google Shape;777;p44"/>
          <p:cNvGrpSpPr/>
          <p:nvPr/>
        </p:nvGrpSpPr>
        <p:grpSpPr>
          <a:xfrm>
            <a:off x="-765801" y="-810702"/>
            <a:ext cx="10443838" cy="6505662"/>
            <a:chOff x="-765801" y="-810702"/>
            <a:chExt cx="10443838" cy="6505662"/>
          </a:xfrm>
        </p:grpSpPr>
        <p:grpSp>
          <p:nvGrpSpPr>
            <p:cNvPr id="778" name="Google Shape;778;p44"/>
            <p:cNvGrpSpPr/>
            <p:nvPr/>
          </p:nvGrpSpPr>
          <p:grpSpPr>
            <a:xfrm flipH="1" rot="5400000">
              <a:off x="-1119287" y="3965434"/>
              <a:ext cx="2083012" cy="1376038"/>
              <a:chOff x="-138218" y="-386561"/>
              <a:chExt cx="2083012" cy="1376038"/>
            </a:xfrm>
          </p:grpSpPr>
          <p:sp>
            <p:nvSpPr>
              <p:cNvPr id="779" name="Google Shape;779;p44"/>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4"/>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4"/>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4"/>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4"/>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4" name="Google Shape;784;p44"/>
            <p:cNvGrpSpPr/>
            <p:nvPr/>
          </p:nvGrpSpPr>
          <p:grpSpPr>
            <a:xfrm flipH="1" rot="5400000">
              <a:off x="7948513" y="-457216"/>
              <a:ext cx="2083012" cy="1376038"/>
              <a:chOff x="-138218" y="-386561"/>
              <a:chExt cx="2083012" cy="1376038"/>
            </a:xfrm>
          </p:grpSpPr>
          <p:sp>
            <p:nvSpPr>
              <p:cNvPr id="785" name="Google Shape;785;p44"/>
              <p:cNvSpPr/>
              <p:nvPr/>
            </p:nvSpPr>
            <p:spPr>
              <a:xfrm>
                <a:off x="216611"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4"/>
              <p:cNvSpPr/>
              <p:nvPr/>
            </p:nvSpPr>
            <p:spPr>
              <a:xfrm>
                <a:off x="58538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4"/>
              <p:cNvSpPr/>
              <p:nvPr/>
            </p:nvSpPr>
            <p:spPr>
              <a:xfrm>
                <a:off x="-138218"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4"/>
              <p:cNvSpPr/>
              <p:nvPr/>
            </p:nvSpPr>
            <p:spPr>
              <a:xfrm>
                <a:off x="929686" y="-386561"/>
                <a:ext cx="646380" cy="746215"/>
              </a:xfrm>
              <a:custGeom>
                <a:rect b="b" l="l" r="r" t="t"/>
                <a:pathLst>
                  <a:path extrusionOk="0" fill="none" h="15355" w="13300">
                    <a:moveTo>
                      <a:pt x="1" y="3839"/>
                    </a:moveTo>
                    <a:lnTo>
                      <a:pt x="1" y="11516"/>
                    </a:lnTo>
                    <a:lnTo>
                      <a:pt x="6650" y="15354"/>
                    </a:lnTo>
                    <a:lnTo>
                      <a:pt x="13299" y="11516"/>
                    </a:lnTo>
                    <a:lnTo>
                      <a:pt x="13299" y="3839"/>
                    </a:lnTo>
                    <a:lnTo>
                      <a:pt x="6650"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4"/>
              <p:cNvSpPr/>
              <p:nvPr/>
            </p:nvSpPr>
            <p:spPr>
              <a:xfrm>
                <a:off x="1298463" y="243165"/>
                <a:ext cx="646331" cy="746312"/>
              </a:xfrm>
              <a:custGeom>
                <a:rect b="b" l="l" r="r" t="t"/>
                <a:pathLst>
                  <a:path extrusionOk="0" fill="none" h="15357" w="13299">
                    <a:moveTo>
                      <a:pt x="0" y="3839"/>
                    </a:moveTo>
                    <a:lnTo>
                      <a:pt x="0" y="11516"/>
                    </a:lnTo>
                    <a:lnTo>
                      <a:pt x="6649" y="15356"/>
                    </a:lnTo>
                    <a:lnTo>
                      <a:pt x="13299" y="11516"/>
                    </a:lnTo>
                    <a:lnTo>
                      <a:pt x="13299" y="3839"/>
                    </a:lnTo>
                    <a:lnTo>
                      <a:pt x="6649" y="1"/>
                    </a:lnTo>
                    <a:close/>
                  </a:path>
                </a:pathLst>
              </a:custGeom>
              <a:noFill/>
              <a:ln cap="flat" cmpd="sng" w="95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790" name="Google Shape;790;p44"/>
          <p:cNvPicPr preferRelativeResize="0"/>
          <p:nvPr/>
        </p:nvPicPr>
        <p:blipFill rotWithShape="1">
          <a:blip r:embed="rId3">
            <a:alphaModFix/>
          </a:blip>
          <a:srcRect b="10374" l="26851" r="26851" t="10366"/>
          <a:stretch/>
        </p:blipFill>
        <p:spPr>
          <a:xfrm rot="636611">
            <a:off x="6621025" y="1432250"/>
            <a:ext cx="1856226" cy="3177849"/>
          </a:xfrm>
          <a:prstGeom prst="rect">
            <a:avLst/>
          </a:prstGeom>
          <a:noFill/>
          <a:ln>
            <a:noFill/>
          </a:ln>
          <a:effectLst>
            <a:outerShdw blurRad="57150" rotWithShape="0" algn="bl" dir="5400000" dist="19050">
              <a:schemeClr val="lt1">
                <a:alpha val="50000"/>
              </a:schemeClr>
            </a:outerShdw>
          </a:effectLst>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32"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1pPr>
            <a:lvl2pPr lvl="1"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2pPr>
            <a:lvl3pPr lvl="2"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3pPr>
            <a:lvl4pPr lvl="3"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4pPr>
            <a:lvl5pPr lvl="4"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5pPr>
            <a:lvl6pPr lvl="5"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6pPr>
            <a:lvl7pPr lvl="6"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7pPr>
            <a:lvl8pPr lvl="7"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8pPr>
            <a:lvl9pPr lvl="8" rtl="0">
              <a:spcBef>
                <a:spcPts val="0"/>
              </a:spcBef>
              <a:spcAft>
                <a:spcPts val="0"/>
              </a:spcAft>
              <a:buClr>
                <a:schemeClr val="dk1"/>
              </a:buClr>
              <a:buSzPts val="3200"/>
              <a:buFont typeface="Bai Jamjuree"/>
              <a:buNone/>
              <a:defRPr b="1" sz="3200">
                <a:solidFill>
                  <a:schemeClr val="dk1"/>
                </a:solidFill>
                <a:latin typeface="Bai Jamjuree"/>
                <a:ea typeface="Bai Jamjuree"/>
                <a:cs typeface="Bai Jamjuree"/>
                <a:sym typeface="Bai Jamjuree"/>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1"/>
              </a:buClr>
              <a:buSzPts val="1400"/>
              <a:buFont typeface="Karla"/>
              <a:buChar char="●"/>
              <a:defRPr>
                <a:solidFill>
                  <a:schemeClr val="dk1"/>
                </a:solidFill>
                <a:latin typeface="Karla"/>
                <a:ea typeface="Karla"/>
                <a:cs typeface="Karla"/>
                <a:sym typeface="Karla"/>
              </a:defRPr>
            </a:lvl1pPr>
            <a:lvl2pPr indent="-317500" lvl="1" marL="9144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2pPr>
            <a:lvl3pPr indent="-317500" lvl="2" marL="13716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3pPr>
            <a:lvl4pPr indent="-317500" lvl="3" marL="18288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4pPr>
            <a:lvl5pPr indent="-317500" lvl="4" marL="22860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5pPr>
            <a:lvl6pPr indent="-317500" lvl="5" marL="27432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6pPr>
            <a:lvl7pPr indent="-317500" lvl="6" marL="32004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7pPr>
            <a:lvl8pPr indent="-317500" lvl="7" marL="36576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8pPr>
            <a:lvl9pPr indent="-317500" lvl="8" marL="41148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5.png"/><Relationship Id="rId5"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5"/>
          <p:cNvSpPr txBox="1"/>
          <p:nvPr>
            <p:ph type="ctrTitle"/>
          </p:nvPr>
        </p:nvSpPr>
        <p:spPr>
          <a:xfrm>
            <a:off x="713225" y="1164725"/>
            <a:ext cx="5595000" cy="223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GB" sz="3200"/>
              <a:t>A Comparative Analysis of Machine Learning Architectures for </a:t>
            </a:r>
            <a:r>
              <a:rPr lang="en-GB" sz="3200"/>
              <a:t>siRNA Efficacy Prediction </a:t>
            </a:r>
            <a:endParaRPr sz="3200"/>
          </a:p>
        </p:txBody>
      </p:sp>
      <p:sp>
        <p:nvSpPr>
          <p:cNvPr id="796" name="Google Shape;796;p45"/>
          <p:cNvSpPr txBox="1"/>
          <p:nvPr>
            <p:ph idx="1" type="subTitle"/>
          </p:nvPr>
        </p:nvSpPr>
        <p:spPr>
          <a:xfrm>
            <a:off x="923725" y="4319600"/>
            <a:ext cx="2993100" cy="442800"/>
          </a:xfrm>
          <a:prstGeom prst="rect">
            <a:avLst/>
          </a:prstGeom>
          <a:ln cap="flat" cmpd="sng" w="9525">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t>Animesh Kumar (22CS30009)</a:t>
            </a:r>
            <a:endParaRPr b="1" sz="1500"/>
          </a:p>
        </p:txBody>
      </p:sp>
      <p:cxnSp>
        <p:nvCxnSpPr>
          <p:cNvPr id="797" name="Google Shape;797;p45"/>
          <p:cNvCxnSpPr/>
          <p:nvPr/>
        </p:nvCxnSpPr>
        <p:spPr>
          <a:xfrm>
            <a:off x="713225" y="3483713"/>
            <a:ext cx="5203500" cy="0"/>
          </a:xfrm>
          <a:prstGeom prst="straightConnector1">
            <a:avLst/>
          </a:prstGeom>
          <a:noFill/>
          <a:ln cap="flat" cmpd="sng" w="9525">
            <a:solidFill>
              <a:schemeClr val="dk1"/>
            </a:solidFill>
            <a:prstDash val="solid"/>
            <a:round/>
            <a:headEnd len="med" w="med" type="none"/>
            <a:tailEnd len="med" w="med" type="none"/>
          </a:ln>
        </p:spPr>
      </p:cxnSp>
      <p:pic>
        <p:nvPicPr>
          <p:cNvPr id="798" name="Google Shape;798;p45"/>
          <p:cNvPicPr preferRelativeResize="0"/>
          <p:nvPr/>
        </p:nvPicPr>
        <p:blipFill rotWithShape="1">
          <a:blip r:embed="rId3">
            <a:alphaModFix/>
          </a:blip>
          <a:srcRect b="14707" l="30052" r="30052" t="12086"/>
          <a:stretch/>
        </p:blipFill>
        <p:spPr>
          <a:xfrm rot="-708349">
            <a:off x="6511944" y="173501"/>
            <a:ext cx="2193132" cy="4024500"/>
          </a:xfrm>
          <a:prstGeom prst="rect">
            <a:avLst/>
          </a:prstGeom>
          <a:noFill/>
          <a:ln>
            <a:noFill/>
          </a:ln>
          <a:effectLst>
            <a:outerShdw blurRad="57150" rotWithShape="0" algn="bl" dir="5400000" dist="19050">
              <a:schemeClr val="lt1">
                <a:alpha val="50000"/>
              </a:schemeClr>
            </a:outerShdw>
          </a:effectLst>
        </p:spPr>
      </p:pic>
      <p:sp>
        <p:nvSpPr>
          <p:cNvPr id="799" name="Google Shape;799;p45"/>
          <p:cNvSpPr txBox="1"/>
          <p:nvPr>
            <p:ph idx="1" type="subTitle"/>
          </p:nvPr>
        </p:nvSpPr>
        <p:spPr>
          <a:xfrm>
            <a:off x="5588000" y="4319600"/>
            <a:ext cx="2317800" cy="442800"/>
          </a:xfrm>
          <a:prstGeom prst="rect">
            <a:avLst/>
          </a:prstGeom>
          <a:ln cap="flat" cmpd="sng" w="9525">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1500"/>
              <a:t>Professor  Pralay Mitra</a:t>
            </a:r>
            <a:endParaRPr b="1" sz="1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46"/>
          <p:cNvSpPr/>
          <p:nvPr/>
        </p:nvSpPr>
        <p:spPr>
          <a:xfrm>
            <a:off x="3375625" y="1542550"/>
            <a:ext cx="2598426" cy="1112508"/>
          </a:xfrm>
          <a:prstGeom prst="flowChartTerminator">
            <a:avLst/>
          </a:prstGeom>
          <a:solidFill>
            <a:srgbClr val="657E93"/>
          </a:solidFill>
          <a:ln cap="flat" cmpd="sng" w="19050">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805" name="Google Shape;805;p46"/>
          <p:cNvSpPr txBox="1"/>
          <p:nvPr>
            <p:ph type="title"/>
          </p:nvPr>
        </p:nvSpPr>
        <p:spPr>
          <a:xfrm>
            <a:off x="3800250" y="1812438"/>
            <a:ext cx="1893900" cy="572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a:t>Agenda</a:t>
            </a:r>
            <a:endParaRPr/>
          </a:p>
        </p:txBody>
      </p:sp>
      <p:sp>
        <p:nvSpPr>
          <p:cNvPr id="806" name="Google Shape;806;p46"/>
          <p:cNvSpPr txBox="1"/>
          <p:nvPr/>
        </p:nvSpPr>
        <p:spPr>
          <a:xfrm>
            <a:off x="2165550" y="800213"/>
            <a:ext cx="1634700" cy="572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Introduction &amp; Motivation</a:t>
            </a:r>
            <a:endParaRPr>
              <a:solidFill>
                <a:schemeClr val="dk1"/>
              </a:solidFill>
              <a:latin typeface="Karla"/>
              <a:ea typeface="Karla"/>
              <a:cs typeface="Karla"/>
              <a:sym typeface="Karla"/>
            </a:endParaRPr>
          </a:p>
        </p:txBody>
      </p:sp>
      <p:sp>
        <p:nvSpPr>
          <p:cNvPr id="807" name="Google Shape;807;p46"/>
          <p:cNvSpPr txBox="1"/>
          <p:nvPr/>
        </p:nvSpPr>
        <p:spPr>
          <a:xfrm>
            <a:off x="570650" y="1999263"/>
            <a:ext cx="1893900" cy="572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Literature Review &amp; Research Gap</a:t>
            </a:r>
            <a:endParaRPr>
              <a:solidFill>
                <a:schemeClr val="dk1"/>
              </a:solidFill>
              <a:latin typeface="Karla"/>
              <a:ea typeface="Karla"/>
              <a:cs typeface="Karla"/>
              <a:sym typeface="Karla"/>
            </a:endParaRPr>
          </a:p>
        </p:txBody>
      </p:sp>
      <p:sp>
        <p:nvSpPr>
          <p:cNvPr id="808" name="Google Shape;808;p46"/>
          <p:cNvSpPr txBox="1"/>
          <p:nvPr/>
        </p:nvSpPr>
        <p:spPr>
          <a:xfrm>
            <a:off x="2165550" y="3198313"/>
            <a:ext cx="1389600" cy="428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Methodology</a:t>
            </a:r>
            <a:endParaRPr>
              <a:solidFill>
                <a:schemeClr val="dk1"/>
              </a:solidFill>
              <a:latin typeface="Karla"/>
              <a:ea typeface="Karla"/>
              <a:cs typeface="Karla"/>
              <a:sym typeface="Karla"/>
            </a:endParaRPr>
          </a:p>
        </p:txBody>
      </p:sp>
      <p:sp>
        <p:nvSpPr>
          <p:cNvPr id="809" name="Google Shape;809;p46"/>
          <p:cNvSpPr txBox="1"/>
          <p:nvPr/>
        </p:nvSpPr>
        <p:spPr>
          <a:xfrm>
            <a:off x="3800250" y="4193713"/>
            <a:ext cx="1893900" cy="428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Feature Engineering</a:t>
            </a:r>
            <a:endParaRPr>
              <a:solidFill>
                <a:schemeClr val="dk1"/>
              </a:solidFill>
              <a:latin typeface="Karla"/>
              <a:ea typeface="Karla"/>
              <a:cs typeface="Karla"/>
              <a:sym typeface="Karla"/>
            </a:endParaRPr>
          </a:p>
        </p:txBody>
      </p:sp>
      <p:sp>
        <p:nvSpPr>
          <p:cNvPr id="810" name="Google Shape;810;p46"/>
          <p:cNvSpPr txBox="1"/>
          <p:nvPr/>
        </p:nvSpPr>
        <p:spPr>
          <a:xfrm>
            <a:off x="5694150" y="3198313"/>
            <a:ext cx="1893900" cy="428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Model Architectures</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811" name="Google Shape;811;p46"/>
          <p:cNvSpPr txBox="1"/>
          <p:nvPr/>
        </p:nvSpPr>
        <p:spPr>
          <a:xfrm>
            <a:off x="5694150" y="872213"/>
            <a:ext cx="1893900" cy="428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Results &amp; Analysis</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sp>
        <p:nvSpPr>
          <p:cNvPr id="812" name="Google Shape;812;p46"/>
          <p:cNvSpPr txBox="1"/>
          <p:nvPr/>
        </p:nvSpPr>
        <p:spPr>
          <a:xfrm>
            <a:off x="7029850" y="2020263"/>
            <a:ext cx="1543500" cy="530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latin typeface="Karla"/>
                <a:ea typeface="Karla"/>
                <a:cs typeface="Karla"/>
                <a:sym typeface="Karla"/>
              </a:rPr>
              <a:t>Conclusion &amp; </a:t>
            </a:r>
            <a:endParaRPr>
              <a:solidFill>
                <a:schemeClr val="dk1"/>
              </a:solidFill>
              <a:latin typeface="Karla"/>
              <a:ea typeface="Karla"/>
              <a:cs typeface="Karla"/>
              <a:sym typeface="Karla"/>
            </a:endParaRPr>
          </a:p>
          <a:p>
            <a:pPr indent="0" lvl="0" marL="0" rtl="0" algn="l">
              <a:spcBef>
                <a:spcPts val="0"/>
              </a:spcBef>
              <a:spcAft>
                <a:spcPts val="0"/>
              </a:spcAft>
              <a:buNone/>
            </a:pPr>
            <a:r>
              <a:rPr lang="en-GB">
                <a:solidFill>
                  <a:schemeClr val="dk1"/>
                </a:solidFill>
                <a:latin typeface="Karla"/>
                <a:ea typeface="Karla"/>
                <a:cs typeface="Karla"/>
                <a:sym typeface="Karla"/>
              </a:rPr>
              <a:t>Future Work</a:t>
            </a:r>
            <a:endParaRPr>
              <a:solidFill>
                <a:schemeClr val="dk1"/>
              </a:solidFill>
              <a:latin typeface="Karla"/>
              <a:ea typeface="Karla"/>
              <a:cs typeface="Karla"/>
              <a:sym typeface="Karla"/>
            </a:endParaRPr>
          </a:p>
          <a:p>
            <a:pPr indent="0" lvl="0" marL="0" rtl="0" algn="l">
              <a:spcBef>
                <a:spcPts val="0"/>
              </a:spcBef>
              <a:spcAft>
                <a:spcPts val="0"/>
              </a:spcAft>
              <a:buNone/>
            </a:pPr>
            <a:r>
              <a:t/>
            </a:r>
            <a:endParaRPr>
              <a:solidFill>
                <a:schemeClr val="dk1"/>
              </a:solidFill>
              <a:latin typeface="Karla"/>
              <a:ea typeface="Karla"/>
              <a:cs typeface="Karla"/>
              <a:sym typeface="Karla"/>
            </a:endParaRPr>
          </a:p>
        </p:txBody>
      </p:sp>
      <p:cxnSp>
        <p:nvCxnSpPr>
          <p:cNvPr id="813" name="Google Shape;813;p46"/>
          <p:cNvCxnSpPr>
            <a:endCxn id="806" idx="3"/>
          </p:cNvCxnSpPr>
          <p:nvPr/>
        </p:nvCxnSpPr>
        <p:spPr>
          <a:xfrm rot="10800000">
            <a:off x="3800250" y="1086563"/>
            <a:ext cx="947100" cy="726000"/>
          </a:xfrm>
          <a:prstGeom prst="straightConnector1">
            <a:avLst/>
          </a:prstGeom>
          <a:noFill/>
          <a:ln cap="flat" cmpd="sng" w="19050">
            <a:solidFill>
              <a:srgbClr val="657E93"/>
            </a:solidFill>
            <a:prstDash val="solid"/>
            <a:round/>
            <a:headEnd len="med" w="med" type="none"/>
            <a:tailEnd len="med" w="med" type="triangle"/>
          </a:ln>
        </p:spPr>
      </p:cxnSp>
      <p:cxnSp>
        <p:nvCxnSpPr>
          <p:cNvPr id="814" name="Google Shape;814;p46"/>
          <p:cNvCxnSpPr>
            <a:stCxn id="805" idx="0"/>
            <a:endCxn id="811" idx="1"/>
          </p:cNvCxnSpPr>
          <p:nvPr/>
        </p:nvCxnSpPr>
        <p:spPr>
          <a:xfrm flipH="1" rot="10800000">
            <a:off x="4747200" y="1086438"/>
            <a:ext cx="947100" cy="726000"/>
          </a:xfrm>
          <a:prstGeom prst="straightConnector1">
            <a:avLst/>
          </a:prstGeom>
          <a:noFill/>
          <a:ln cap="flat" cmpd="sng" w="19050">
            <a:solidFill>
              <a:srgbClr val="657E93"/>
            </a:solidFill>
            <a:prstDash val="solid"/>
            <a:round/>
            <a:headEnd len="med" w="med" type="none"/>
            <a:tailEnd len="med" w="med" type="triangle"/>
          </a:ln>
        </p:spPr>
      </p:cxnSp>
      <p:cxnSp>
        <p:nvCxnSpPr>
          <p:cNvPr id="815" name="Google Shape;815;p46"/>
          <p:cNvCxnSpPr>
            <a:stCxn id="805" idx="1"/>
            <a:endCxn id="807" idx="3"/>
          </p:cNvCxnSpPr>
          <p:nvPr/>
        </p:nvCxnSpPr>
        <p:spPr>
          <a:xfrm flipH="1">
            <a:off x="2464650" y="2098788"/>
            <a:ext cx="1335600" cy="186900"/>
          </a:xfrm>
          <a:prstGeom prst="straightConnector1">
            <a:avLst/>
          </a:prstGeom>
          <a:noFill/>
          <a:ln cap="flat" cmpd="sng" w="19050">
            <a:solidFill>
              <a:srgbClr val="657E93"/>
            </a:solidFill>
            <a:prstDash val="solid"/>
            <a:round/>
            <a:headEnd len="med" w="med" type="none"/>
            <a:tailEnd len="med" w="med" type="triangle"/>
          </a:ln>
        </p:spPr>
      </p:cxnSp>
      <p:cxnSp>
        <p:nvCxnSpPr>
          <p:cNvPr id="816" name="Google Shape;816;p46"/>
          <p:cNvCxnSpPr>
            <a:stCxn id="805" idx="3"/>
            <a:endCxn id="812" idx="1"/>
          </p:cNvCxnSpPr>
          <p:nvPr/>
        </p:nvCxnSpPr>
        <p:spPr>
          <a:xfrm>
            <a:off x="5694150" y="2098788"/>
            <a:ext cx="1335600" cy="186900"/>
          </a:xfrm>
          <a:prstGeom prst="straightConnector1">
            <a:avLst/>
          </a:prstGeom>
          <a:noFill/>
          <a:ln cap="flat" cmpd="sng" w="19050">
            <a:solidFill>
              <a:srgbClr val="657E93"/>
            </a:solidFill>
            <a:prstDash val="solid"/>
            <a:round/>
            <a:headEnd len="med" w="med" type="none"/>
            <a:tailEnd len="med" w="med" type="triangle"/>
          </a:ln>
        </p:spPr>
      </p:cxnSp>
      <p:cxnSp>
        <p:nvCxnSpPr>
          <p:cNvPr id="817" name="Google Shape;817;p46"/>
          <p:cNvCxnSpPr>
            <a:stCxn id="805" idx="2"/>
            <a:endCxn id="808" idx="0"/>
          </p:cNvCxnSpPr>
          <p:nvPr/>
        </p:nvCxnSpPr>
        <p:spPr>
          <a:xfrm flipH="1">
            <a:off x="2860500" y="2385138"/>
            <a:ext cx="1886700" cy="813300"/>
          </a:xfrm>
          <a:prstGeom prst="straightConnector1">
            <a:avLst/>
          </a:prstGeom>
          <a:noFill/>
          <a:ln cap="flat" cmpd="sng" w="19050">
            <a:solidFill>
              <a:srgbClr val="657E93"/>
            </a:solidFill>
            <a:prstDash val="solid"/>
            <a:round/>
            <a:headEnd len="med" w="med" type="none"/>
            <a:tailEnd len="med" w="med" type="triangle"/>
          </a:ln>
        </p:spPr>
      </p:cxnSp>
      <p:cxnSp>
        <p:nvCxnSpPr>
          <p:cNvPr id="818" name="Google Shape;818;p46"/>
          <p:cNvCxnSpPr>
            <a:stCxn id="805" idx="2"/>
            <a:endCxn id="810" idx="0"/>
          </p:cNvCxnSpPr>
          <p:nvPr/>
        </p:nvCxnSpPr>
        <p:spPr>
          <a:xfrm>
            <a:off x="4747200" y="2385138"/>
            <a:ext cx="1893900" cy="813300"/>
          </a:xfrm>
          <a:prstGeom prst="straightConnector1">
            <a:avLst/>
          </a:prstGeom>
          <a:noFill/>
          <a:ln cap="flat" cmpd="sng" w="19050">
            <a:solidFill>
              <a:srgbClr val="657E93"/>
            </a:solidFill>
            <a:prstDash val="solid"/>
            <a:round/>
            <a:headEnd len="med" w="med" type="none"/>
            <a:tailEnd len="med" w="med" type="triangle"/>
          </a:ln>
        </p:spPr>
      </p:cxnSp>
      <p:cxnSp>
        <p:nvCxnSpPr>
          <p:cNvPr id="819" name="Google Shape;819;p46"/>
          <p:cNvCxnSpPr>
            <a:stCxn id="805" idx="2"/>
            <a:endCxn id="809" idx="0"/>
          </p:cNvCxnSpPr>
          <p:nvPr/>
        </p:nvCxnSpPr>
        <p:spPr>
          <a:xfrm>
            <a:off x="4747200" y="2385138"/>
            <a:ext cx="0" cy="1808700"/>
          </a:xfrm>
          <a:prstGeom prst="straightConnector1">
            <a:avLst/>
          </a:prstGeom>
          <a:noFill/>
          <a:ln cap="flat" cmpd="sng" w="19050">
            <a:solidFill>
              <a:srgbClr val="657E93"/>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47"/>
          <p:cNvSpPr txBox="1"/>
          <p:nvPr>
            <p:ph type="title"/>
          </p:nvPr>
        </p:nvSpPr>
        <p:spPr>
          <a:xfrm>
            <a:off x="1357200" y="2571750"/>
            <a:ext cx="4777500" cy="98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GB" sz="3000"/>
              <a:t>The Promise of RNA Interference</a:t>
            </a:r>
            <a:endParaRPr b="0" sz="3000"/>
          </a:p>
        </p:txBody>
      </p:sp>
      <p:cxnSp>
        <p:nvCxnSpPr>
          <p:cNvPr id="825" name="Google Shape;825;p47"/>
          <p:cNvCxnSpPr/>
          <p:nvPr/>
        </p:nvCxnSpPr>
        <p:spPr>
          <a:xfrm>
            <a:off x="763372" y="2110238"/>
            <a:ext cx="4589100" cy="14100"/>
          </a:xfrm>
          <a:prstGeom prst="straightConnector1">
            <a:avLst/>
          </a:prstGeom>
          <a:noFill/>
          <a:ln cap="flat" cmpd="sng" w="9525">
            <a:solidFill>
              <a:schemeClr val="dk1"/>
            </a:solidFill>
            <a:prstDash val="solid"/>
            <a:round/>
            <a:headEnd len="med" w="med" type="none"/>
            <a:tailEnd len="med" w="med" type="none"/>
          </a:ln>
        </p:spPr>
      </p:cxnSp>
      <p:cxnSp>
        <p:nvCxnSpPr>
          <p:cNvPr id="826" name="Google Shape;826;p47"/>
          <p:cNvCxnSpPr/>
          <p:nvPr/>
        </p:nvCxnSpPr>
        <p:spPr>
          <a:xfrm>
            <a:off x="1357200" y="3575163"/>
            <a:ext cx="4437000" cy="0"/>
          </a:xfrm>
          <a:prstGeom prst="straightConnector1">
            <a:avLst/>
          </a:prstGeom>
          <a:noFill/>
          <a:ln cap="flat" cmpd="sng" w="9525">
            <a:solidFill>
              <a:schemeClr val="dk1"/>
            </a:solidFill>
            <a:prstDash val="solid"/>
            <a:round/>
            <a:headEnd len="med" w="med" type="none"/>
            <a:tailEnd len="med" w="med" type="none"/>
          </a:ln>
        </p:spPr>
      </p:cxnSp>
      <p:sp>
        <p:nvSpPr>
          <p:cNvPr id="827" name="Google Shape;827;p47"/>
          <p:cNvSpPr txBox="1"/>
          <p:nvPr/>
        </p:nvSpPr>
        <p:spPr>
          <a:xfrm>
            <a:off x="831976" y="1255725"/>
            <a:ext cx="4962300" cy="7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4800">
                <a:solidFill>
                  <a:schemeClr val="dk1"/>
                </a:solidFill>
                <a:latin typeface="Karla"/>
                <a:ea typeface="Karla"/>
                <a:cs typeface="Karla"/>
                <a:sym typeface="Karla"/>
              </a:rPr>
              <a:t>The Big Picture</a:t>
            </a:r>
            <a:endParaRPr b="1" sz="4800">
              <a:solidFill>
                <a:schemeClr val="dk1"/>
              </a:solidFill>
              <a:latin typeface="Karla"/>
              <a:ea typeface="Karla"/>
              <a:cs typeface="Karla"/>
              <a:sym typeface="Karla"/>
            </a:endParaRPr>
          </a:p>
        </p:txBody>
      </p:sp>
      <p:pic>
        <p:nvPicPr>
          <p:cNvPr id="828" name="Google Shape;828;p47"/>
          <p:cNvPicPr preferRelativeResize="0"/>
          <p:nvPr/>
        </p:nvPicPr>
        <p:blipFill rotWithShape="1">
          <a:blip r:embed="rId3">
            <a:alphaModFix/>
          </a:blip>
          <a:srcRect b="12212" l="25491" r="25486" t="12212"/>
          <a:stretch/>
        </p:blipFill>
        <p:spPr>
          <a:xfrm rot="1137950">
            <a:off x="6064207" y="1456710"/>
            <a:ext cx="1665787" cy="2568078"/>
          </a:xfrm>
          <a:prstGeom prst="rect">
            <a:avLst/>
          </a:prstGeom>
          <a:noFill/>
          <a:ln>
            <a:noFill/>
          </a:ln>
        </p:spPr>
      </p:pic>
      <p:pic>
        <p:nvPicPr>
          <p:cNvPr id="829" name="Google Shape;829;p47"/>
          <p:cNvPicPr preferRelativeResize="0"/>
          <p:nvPr/>
        </p:nvPicPr>
        <p:blipFill rotWithShape="1">
          <a:blip r:embed="rId4">
            <a:alphaModFix/>
          </a:blip>
          <a:srcRect b="11466" l="14619" r="14619" t="11474"/>
          <a:stretch/>
        </p:blipFill>
        <p:spPr>
          <a:xfrm rot="904873">
            <a:off x="7293139" y="3068254"/>
            <a:ext cx="1539517" cy="1676472"/>
          </a:xfrm>
          <a:prstGeom prst="rect">
            <a:avLst/>
          </a:prstGeom>
          <a:noFill/>
          <a:ln>
            <a:noFill/>
          </a:ln>
          <a:effectLst>
            <a:outerShdw blurRad="57150" rotWithShape="0" algn="bl" dir="5400000" dist="19050">
              <a:schemeClr val="lt1">
                <a:alpha val="50000"/>
              </a:scheme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48"/>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000"/>
              <a:t>RNA Interference as a Therapeutic Tool</a:t>
            </a:r>
            <a:endParaRPr sz="3000"/>
          </a:p>
        </p:txBody>
      </p:sp>
      <p:sp>
        <p:nvSpPr>
          <p:cNvPr id="835" name="Google Shape;835;p48"/>
          <p:cNvSpPr txBox="1"/>
          <p:nvPr>
            <p:ph idx="1" type="subTitle"/>
          </p:nvPr>
        </p:nvSpPr>
        <p:spPr>
          <a:xfrm>
            <a:off x="829650" y="1610600"/>
            <a:ext cx="4294800" cy="15729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GB"/>
              <a:t>A diseased cell with an overactive gene.</a:t>
            </a:r>
            <a:endParaRPr/>
          </a:p>
          <a:p>
            <a:pPr indent="-330200" lvl="0" marL="457200" rtl="0" algn="l">
              <a:spcBef>
                <a:spcPts val="0"/>
              </a:spcBef>
              <a:spcAft>
                <a:spcPts val="0"/>
              </a:spcAft>
              <a:buSzPts val="1600"/>
              <a:buAutoNum type="arabicPeriod"/>
            </a:pPr>
            <a:r>
              <a:rPr lang="en-GB"/>
              <a:t>An siRNA molecule being introduced.</a:t>
            </a:r>
            <a:endParaRPr/>
          </a:p>
          <a:p>
            <a:pPr indent="-330200" lvl="0" marL="457200" rtl="0" algn="l">
              <a:spcBef>
                <a:spcPts val="0"/>
              </a:spcBef>
              <a:spcAft>
                <a:spcPts val="0"/>
              </a:spcAft>
              <a:buSzPts val="1600"/>
              <a:buAutoNum type="arabicPeriod"/>
            </a:pPr>
            <a:r>
              <a:rPr lang="en-GB"/>
              <a:t>The target mRNA being silenced.</a:t>
            </a:r>
            <a:endParaRPr/>
          </a:p>
          <a:p>
            <a:pPr indent="-330200" lvl="0" marL="457200" rtl="0" algn="l">
              <a:spcBef>
                <a:spcPts val="0"/>
              </a:spcBef>
              <a:spcAft>
                <a:spcPts val="0"/>
              </a:spcAft>
              <a:buSzPts val="1600"/>
              <a:buAutoNum type="arabicPeriod"/>
            </a:pPr>
            <a:r>
              <a:rPr lang="en-GB"/>
              <a:t>A healthy cell.</a:t>
            </a:r>
            <a:endParaRPr/>
          </a:p>
        </p:txBody>
      </p:sp>
      <p:pic>
        <p:nvPicPr>
          <p:cNvPr id="836" name="Google Shape;836;p48"/>
          <p:cNvPicPr preferRelativeResize="0"/>
          <p:nvPr/>
        </p:nvPicPr>
        <p:blipFill rotWithShape="1">
          <a:blip r:embed="rId3">
            <a:alphaModFix/>
          </a:blip>
          <a:srcRect b="12629" l="29635" r="29639" t="12637"/>
          <a:stretch/>
        </p:blipFill>
        <p:spPr>
          <a:xfrm rot="-869750">
            <a:off x="5681201" y="828013"/>
            <a:ext cx="2193226" cy="4024677"/>
          </a:xfrm>
          <a:prstGeom prst="rect">
            <a:avLst/>
          </a:prstGeom>
          <a:noFill/>
          <a:ln>
            <a:noFill/>
          </a:ln>
          <a:effectLst>
            <a:outerShdw blurRad="57150" rotWithShape="0" algn="bl" dir="5400000" dist="19050">
              <a:schemeClr val="lt1">
                <a:alpha val="50000"/>
              </a:schemeClr>
            </a:outerShdw>
          </a:effectLst>
        </p:spPr>
      </p:pic>
      <p:sp>
        <p:nvSpPr>
          <p:cNvPr id="837" name="Google Shape;837;p48"/>
          <p:cNvSpPr txBox="1"/>
          <p:nvPr/>
        </p:nvSpPr>
        <p:spPr>
          <a:xfrm>
            <a:off x="577175" y="3572675"/>
            <a:ext cx="5106900" cy="67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900">
                <a:solidFill>
                  <a:schemeClr val="dk1"/>
                </a:solidFill>
                <a:latin typeface="Karla"/>
                <a:ea typeface="Karla"/>
                <a:cs typeface="Karla"/>
                <a:sym typeface="Karla"/>
              </a:rPr>
              <a:t>A powerful, natural mechanism to selectively 'turn off' any gene of interest.</a:t>
            </a:r>
            <a:endParaRPr b="1" sz="1900">
              <a:solidFill>
                <a:schemeClr val="dk1"/>
              </a:solidFill>
              <a:latin typeface="Karla"/>
              <a:ea typeface="Karla"/>
              <a:cs typeface="Karla"/>
              <a:sym typeface="Karl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49"/>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Central Challenge:</a:t>
            </a:r>
            <a:endParaRPr/>
          </a:p>
          <a:p>
            <a:pPr indent="0" lvl="0" marL="0" rtl="0" algn="l">
              <a:spcBef>
                <a:spcPts val="0"/>
              </a:spcBef>
              <a:spcAft>
                <a:spcPts val="0"/>
              </a:spcAft>
              <a:buNone/>
            </a:pPr>
            <a:r>
              <a:rPr lang="en-GB"/>
              <a:t>A Massive Search Problem</a:t>
            </a:r>
            <a:endParaRPr/>
          </a:p>
        </p:txBody>
      </p:sp>
      <p:sp>
        <p:nvSpPr>
          <p:cNvPr id="843" name="Google Shape;843;p49"/>
          <p:cNvSpPr txBox="1"/>
          <p:nvPr>
            <p:ph idx="1" type="subTitle"/>
          </p:nvPr>
        </p:nvSpPr>
        <p:spPr>
          <a:xfrm>
            <a:off x="1199875" y="3745875"/>
            <a:ext cx="689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2000"/>
              <a:t>Accurate computational prediction is a vital necessity.</a:t>
            </a:r>
            <a:endParaRPr b="1" sz="2000"/>
          </a:p>
        </p:txBody>
      </p:sp>
      <p:sp>
        <p:nvSpPr>
          <p:cNvPr id="844" name="Google Shape;844;p49"/>
          <p:cNvSpPr txBox="1"/>
          <p:nvPr>
            <p:ph idx="2" type="subTitle"/>
          </p:nvPr>
        </p:nvSpPr>
        <p:spPr>
          <a:xfrm>
            <a:off x="1309500" y="2055075"/>
            <a:ext cx="7114500" cy="135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For one gene, thousands of potential siRNA candidates exist.</a:t>
            </a:r>
            <a:endParaRPr sz="1800"/>
          </a:p>
          <a:p>
            <a:pPr indent="-342900" lvl="0" marL="457200" rtl="0" algn="l">
              <a:spcBef>
                <a:spcPts val="0"/>
              </a:spcBef>
              <a:spcAft>
                <a:spcPts val="0"/>
              </a:spcAft>
              <a:buSzPts val="1800"/>
              <a:buChar char="●"/>
            </a:pPr>
            <a:r>
              <a:rPr lang="en-GB" sz="1800"/>
              <a:t>Efficacy varies dramatically (from &gt;90% to &lt;10%).</a:t>
            </a:r>
            <a:endParaRPr sz="1800"/>
          </a:p>
          <a:p>
            <a:pPr indent="-342900" lvl="0" marL="457200" rtl="0" algn="l">
              <a:spcBef>
                <a:spcPts val="0"/>
              </a:spcBef>
              <a:spcAft>
                <a:spcPts val="0"/>
              </a:spcAft>
              <a:buSzPts val="1800"/>
              <a:buChar char="●"/>
            </a:pPr>
            <a:r>
              <a:rPr lang="en-GB" sz="1800"/>
              <a:t>Wet-lab screening is prohibitively expensive and time-consuming.</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50"/>
          <p:cNvSpPr txBox="1"/>
          <p:nvPr>
            <p:ph type="title"/>
          </p:nvPr>
        </p:nvSpPr>
        <p:spPr>
          <a:xfrm>
            <a:off x="720000" y="539500"/>
            <a:ext cx="7704000" cy="105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State-of-the-Art: </a:t>
            </a:r>
            <a:endParaRPr/>
          </a:p>
          <a:p>
            <a:pPr indent="0" lvl="0" marL="0" rtl="0" algn="l">
              <a:spcBef>
                <a:spcPts val="0"/>
              </a:spcBef>
              <a:spcAft>
                <a:spcPts val="0"/>
              </a:spcAft>
              <a:buNone/>
            </a:pPr>
            <a:r>
              <a:rPr lang="en-GB"/>
              <a:t>Modeling Biology as a Graph</a:t>
            </a:r>
            <a:endParaRPr/>
          </a:p>
        </p:txBody>
      </p:sp>
      <p:sp>
        <p:nvSpPr>
          <p:cNvPr id="850" name="Google Shape;850;p50"/>
          <p:cNvSpPr txBox="1"/>
          <p:nvPr>
            <p:ph idx="1" type="subTitle"/>
          </p:nvPr>
        </p:nvSpPr>
        <p:spPr>
          <a:xfrm>
            <a:off x="720000" y="3593475"/>
            <a:ext cx="3157500" cy="9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GNN creates "context-aware" predictions by passing information between the nodes.</a:t>
            </a:r>
            <a:endParaRPr/>
          </a:p>
          <a:p>
            <a:pPr indent="0" lvl="0" marL="0" rtl="0" algn="l">
              <a:spcBef>
                <a:spcPts val="0"/>
              </a:spcBef>
              <a:spcAft>
                <a:spcPts val="0"/>
              </a:spcAft>
              <a:buNone/>
            </a:pPr>
            <a:r>
              <a:t/>
            </a:r>
            <a:endParaRPr/>
          </a:p>
        </p:txBody>
      </p:sp>
      <p:sp>
        <p:nvSpPr>
          <p:cNvPr id="851" name="Google Shape;851;p50"/>
          <p:cNvSpPr txBox="1"/>
          <p:nvPr>
            <p:ph idx="2" type="subTitle"/>
          </p:nvPr>
        </p:nvSpPr>
        <p:spPr>
          <a:xfrm>
            <a:off x="720000" y="2056400"/>
            <a:ext cx="3157500" cy="13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current state-of-the-art, siRNADiscovery, uses a Graph Neural Network (GNN) to learn from the relationships between these biological entities.</a:t>
            </a:r>
            <a:endParaRPr/>
          </a:p>
        </p:txBody>
      </p:sp>
      <p:pic>
        <p:nvPicPr>
          <p:cNvPr id="852" name="Google Shape;852;p50" title="m_bbae563f1.jpeg"/>
          <p:cNvPicPr preferRelativeResize="0"/>
          <p:nvPr/>
        </p:nvPicPr>
        <p:blipFill>
          <a:blip r:embed="rId3">
            <a:alphaModFix/>
          </a:blip>
          <a:stretch>
            <a:fillRect/>
          </a:stretch>
        </p:blipFill>
        <p:spPr>
          <a:xfrm>
            <a:off x="4241750" y="1791400"/>
            <a:ext cx="4037775" cy="2914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5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Research Gap &amp; Our Hypothesis</a:t>
            </a:r>
            <a:endParaRPr/>
          </a:p>
        </p:txBody>
      </p:sp>
      <p:sp>
        <p:nvSpPr>
          <p:cNvPr id="858" name="Google Shape;858;p51"/>
          <p:cNvSpPr txBox="1"/>
          <p:nvPr>
            <p:ph idx="3" type="subTitle"/>
          </p:nvPr>
        </p:nvSpPr>
        <p:spPr>
          <a:xfrm>
            <a:off x="4326600" y="3858150"/>
            <a:ext cx="4097400" cy="109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We hypothesize that established, interpretable machine learning models can achieve competitive performance when given the same high-quality feature set.</a:t>
            </a:r>
            <a:endParaRPr>
              <a:solidFill>
                <a:srgbClr val="666666"/>
              </a:solidFill>
            </a:endParaRPr>
          </a:p>
        </p:txBody>
      </p:sp>
      <p:sp>
        <p:nvSpPr>
          <p:cNvPr id="859" name="Google Shape;859;p51"/>
          <p:cNvSpPr txBox="1"/>
          <p:nvPr>
            <p:ph idx="1" type="subTitle"/>
          </p:nvPr>
        </p:nvSpPr>
        <p:spPr>
          <a:xfrm>
            <a:off x="1264800" y="1894750"/>
            <a:ext cx="7159200" cy="1449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GB"/>
              <a:t>Rich Features: </a:t>
            </a:r>
            <a:endParaRPr b="1"/>
          </a:p>
          <a:p>
            <a:pPr indent="-317500" lvl="1" marL="914400" rtl="0" algn="ctr">
              <a:spcBef>
                <a:spcPts val="0"/>
              </a:spcBef>
              <a:spcAft>
                <a:spcPts val="0"/>
              </a:spcAft>
              <a:buSzPts val="1400"/>
              <a:buChar char="➢"/>
            </a:pPr>
            <a:r>
              <a:rPr lang="en-GB"/>
              <a:t>The GNN's success relies on a massive, biologically-informed feature set</a:t>
            </a:r>
            <a:endParaRPr/>
          </a:p>
          <a:p>
            <a:pPr indent="0" lvl="0" marL="914400" rtl="0" algn="l">
              <a:spcBef>
                <a:spcPts val="0"/>
              </a:spcBef>
              <a:spcAft>
                <a:spcPts val="0"/>
              </a:spcAft>
              <a:buNone/>
            </a:pPr>
            <a:r>
              <a:rPr lang="en-GB"/>
              <a:t> (~39,000 features).</a:t>
            </a:r>
            <a:endParaRPr/>
          </a:p>
          <a:p>
            <a:pPr indent="-317500" lvl="0" marL="457200" rtl="0" algn="l">
              <a:spcBef>
                <a:spcPts val="0"/>
              </a:spcBef>
              <a:spcAft>
                <a:spcPts val="0"/>
              </a:spcAft>
              <a:buSzPts val="1400"/>
              <a:buChar char="❖"/>
            </a:pPr>
            <a:r>
              <a:rPr b="1" lang="en-GB"/>
              <a:t>Complex Architecture: </a:t>
            </a:r>
            <a:endParaRPr b="1"/>
          </a:p>
          <a:p>
            <a:pPr indent="-317500" lvl="1" marL="914400" rtl="0" algn="ctr">
              <a:spcBef>
                <a:spcPts val="0"/>
              </a:spcBef>
              <a:spcAft>
                <a:spcPts val="0"/>
              </a:spcAft>
              <a:buSzPts val="1400"/>
              <a:buChar char="➢"/>
            </a:pPr>
            <a:r>
              <a:rPr lang="en-GB"/>
              <a:t>The GNN itself is complex, slow to train, and acts as a "black box."</a:t>
            </a:r>
            <a:endParaRPr/>
          </a:p>
        </p:txBody>
      </p:sp>
      <p:sp>
        <p:nvSpPr>
          <p:cNvPr id="860" name="Google Shape;860;p51"/>
          <p:cNvSpPr txBox="1"/>
          <p:nvPr>
            <p:ph idx="4" type="subTitle"/>
          </p:nvPr>
        </p:nvSpPr>
        <p:spPr>
          <a:xfrm>
            <a:off x="1264800" y="3956850"/>
            <a:ext cx="2717700" cy="9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Is the GNN's complexity necessary, or is the feature set the true driver of performance?</a:t>
            </a:r>
            <a:endParaRPr/>
          </a:p>
        </p:txBody>
      </p:sp>
      <p:sp>
        <p:nvSpPr>
          <p:cNvPr id="861" name="Google Shape;861;p51"/>
          <p:cNvSpPr txBox="1"/>
          <p:nvPr>
            <p:ph idx="9" type="subTitle"/>
          </p:nvPr>
        </p:nvSpPr>
        <p:spPr>
          <a:xfrm>
            <a:off x="1035175" y="1409950"/>
            <a:ext cx="3216900" cy="4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Two competing factors:</a:t>
            </a:r>
            <a:endParaRPr/>
          </a:p>
        </p:txBody>
      </p:sp>
      <p:sp>
        <p:nvSpPr>
          <p:cNvPr id="862" name="Google Shape;862;p51"/>
          <p:cNvSpPr txBox="1"/>
          <p:nvPr/>
        </p:nvSpPr>
        <p:spPr>
          <a:xfrm>
            <a:off x="1533025" y="3498900"/>
            <a:ext cx="1722000" cy="35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1"/>
                </a:solidFill>
                <a:latin typeface="Karla"/>
                <a:ea typeface="Karla"/>
                <a:cs typeface="Karla"/>
                <a:sym typeface="Karla"/>
              </a:rPr>
              <a:t>Question</a:t>
            </a:r>
            <a:endParaRPr b="1" sz="1800">
              <a:solidFill>
                <a:schemeClr val="dk1"/>
              </a:solidFill>
              <a:latin typeface="Karla"/>
              <a:ea typeface="Karla"/>
              <a:cs typeface="Karla"/>
              <a:sym typeface="Karla"/>
            </a:endParaRPr>
          </a:p>
        </p:txBody>
      </p:sp>
      <p:sp>
        <p:nvSpPr>
          <p:cNvPr id="863" name="Google Shape;863;p51"/>
          <p:cNvSpPr txBox="1"/>
          <p:nvPr/>
        </p:nvSpPr>
        <p:spPr>
          <a:xfrm>
            <a:off x="5448150" y="3498900"/>
            <a:ext cx="1854300" cy="359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1"/>
                </a:solidFill>
                <a:latin typeface="Karla"/>
                <a:ea typeface="Karla"/>
                <a:cs typeface="Karla"/>
                <a:sym typeface="Karla"/>
              </a:rPr>
              <a:t>Hypothesis</a:t>
            </a:r>
            <a:endParaRPr b="1" sz="1800">
              <a:solidFill>
                <a:schemeClr val="dk1"/>
              </a:solidFill>
              <a:latin typeface="Karla"/>
              <a:ea typeface="Karla"/>
              <a:cs typeface="Karla"/>
              <a:sym typeface="Karl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grpSp>
        <p:nvGrpSpPr>
          <p:cNvPr id="868" name="Google Shape;868;p52"/>
          <p:cNvGrpSpPr/>
          <p:nvPr/>
        </p:nvGrpSpPr>
        <p:grpSpPr>
          <a:xfrm rot="240477">
            <a:off x="5339904" y="1855030"/>
            <a:ext cx="3110427" cy="2477912"/>
            <a:chOff x="4485275" y="1057275"/>
            <a:chExt cx="3945600" cy="3143250"/>
          </a:xfrm>
        </p:grpSpPr>
        <p:sp>
          <p:nvSpPr>
            <p:cNvPr id="869" name="Google Shape;869;p52"/>
            <p:cNvSpPr/>
            <p:nvPr/>
          </p:nvSpPr>
          <p:spPr>
            <a:xfrm>
              <a:off x="6162725" y="3381375"/>
              <a:ext cx="590700" cy="819000"/>
            </a:xfrm>
            <a:prstGeom prst="roundRect">
              <a:avLst>
                <a:gd fmla="val 16667" name="adj"/>
              </a:avLst>
            </a:prstGeom>
            <a:solidFill>
              <a:schemeClr val="lt2"/>
            </a:solidFill>
            <a:ln>
              <a:noFill/>
            </a:ln>
          </p:spPr>
          <p:txBody>
            <a:bodyPr anchorCtr="0" anchor="ctr" bIns="72075" lIns="72075" spcFirstLastPara="1" rIns="72075" wrap="square" tIns="72075">
              <a:noAutofit/>
            </a:bodyPr>
            <a:lstStyle/>
            <a:p>
              <a:pPr indent="0" lvl="0" marL="0" rtl="0" algn="l">
                <a:spcBef>
                  <a:spcPts val="0"/>
                </a:spcBef>
                <a:spcAft>
                  <a:spcPts val="0"/>
                </a:spcAft>
                <a:buNone/>
              </a:pPr>
              <a:r>
                <a:t/>
              </a:r>
              <a:endParaRPr/>
            </a:p>
          </p:txBody>
        </p:sp>
        <p:sp>
          <p:nvSpPr>
            <p:cNvPr id="870" name="Google Shape;870;p52"/>
            <p:cNvSpPr/>
            <p:nvPr/>
          </p:nvSpPr>
          <p:spPr>
            <a:xfrm>
              <a:off x="4485275" y="1057275"/>
              <a:ext cx="3945600" cy="2394300"/>
            </a:xfrm>
            <a:prstGeom prst="roundRect">
              <a:avLst>
                <a:gd fmla="val 10193" name="adj"/>
              </a:avLst>
            </a:prstGeom>
            <a:solidFill>
              <a:schemeClr val="accent1"/>
            </a:solidFill>
            <a:ln>
              <a:noFill/>
            </a:ln>
          </p:spPr>
          <p:txBody>
            <a:bodyPr anchorCtr="0" anchor="ctr" bIns="72075" lIns="72075" spcFirstLastPara="1" rIns="72075" wrap="square" tIns="72075">
              <a:noAutofit/>
            </a:bodyPr>
            <a:lstStyle/>
            <a:p>
              <a:pPr indent="0" lvl="0" marL="0" rtl="0" algn="l">
                <a:spcBef>
                  <a:spcPts val="0"/>
                </a:spcBef>
                <a:spcAft>
                  <a:spcPts val="0"/>
                </a:spcAft>
                <a:buNone/>
              </a:pPr>
              <a:r>
                <a:t/>
              </a:r>
              <a:endParaRPr/>
            </a:p>
          </p:txBody>
        </p:sp>
        <p:sp>
          <p:nvSpPr>
            <p:cNvPr id="871" name="Google Shape;871;p52"/>
            <p:cNvSpPr/>
            <p:nvPr/>
          </p:nvSpPr>
          <p:spPr>
            <a:xfrm>
              <a:off x="5805575" y="4010025"/>
              <a:ext cx="1305000" cy="190500"/>
            </a:xfrm>
            <a:prstGeom prst="roundRect">
              <a:avLst>
                <a:gd fmla="val 50000" name="adj"/>
              </a:avLst>
            </a:prstGeom>
            <a:solidFill>
              <a:schemeClr val="accent1"/>
            </a:solidFill>
            <a:ln>
              <a:noFill/>
            </a:ln>
          </p:spPr>
          <p:txBody>
            <a:bodyPr anchorCtr="0" anchor="ctr" bIns="72075" lIns="72075" spcFirstLastPara="1" rIns="72075" wrap="square" tIns="72075">
              <a:noAutofit/>
            </a:bodyPr>
            <a:lstStyle/>
            <a:p>
              <a:pPr indent="0" lvl="0" marL="0" rtl="0" algn="l">
                <a:spcBef>
                  <a:spcPts val="0"/>
                </a:spcBef>
                <a:spcAft>
                  <a:spcPts val="0"/>
                </a:spcAft>
                <a:buNone/>
              </a:pPr>
              <a:r>
                <a:t/>
              </a:r>
              <a:endParaRPr/>
            </a:p>
          </p:txBody>
        </p:sp>
      </p:grpSp>
      <p:sp>
        <p:nvSpPr>
          <p:cNvPr id="872" name="Google Shape;872;p52"/>
          <p:cNvSpPr txBox="1"/>
          <p:nvPr>
            <p:ph type="title"/>
          </p:nvPr>
        </p:nvSpPr>
        <p:spPr>
          <a:xfrm>
            <a:off x="720000" y="539500"/>
            <a:ext cx="7704000" cy="108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Experimental Approach:</a:t>
            </a:r>
            <a:endParaRPr/>
          </a:p>
          <a:p>
            <a:pPr indent="0" lvl="0" marL="0" rtl="0" algn="l">
              <a:spcBef>
                <a:spcPts val="0"/>
              </a:spcBef>
              <a:spcAft>
                <a:spcPts val="0"/>
              </a:spcAft>
              <a:buNone/>
            </a:pPr>
            <a:r>
              <a:rPr lang="en-GB"/>
              <a:t>A Comparative Analysis</a:t>
            </a:r>
            <a:endParaRPr/>
          </a:p>
        </p:txBody>
      </p:sp>
      <p:sp>
        <p:nvSpPr>
          <p:cNvPr id="873" name="Google Shape;873;p52"/>
          <p:cNvSpPr txBox="1"/>
          <p:nvPr>
            <p:ph idx="1" type="subTitle"/>
          </p:nvPr>
        </p:nvSpPr>
        <p:spPr>
          <a:xfrm>
            <a:off x="1313850" y="1854300"/>
            <a:ext cx="4006200" cy="26160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b="1" lang="en-GB" sz="2000"/>
              <a:t>Ensemble Models:</a:t>
            </a:r>
            <a:endParaRPr b="1" sz="2000"/>
          </a:p>
          <a:p>
            <a:pPr indent="-355600" lvl="0" marL="914400" rtl="0" algn="l">
              <a:spcBef>
                <a:spcPts val="0"/>
              </a:spcBef>
              <a:spcAft>
                <a:spcPts val="0"/>
              </a:spcAft>
              <a:buSzPts val="2000"/>
              <a:buChar char="●"/>
            </a:pPr>
            <a:r>
              <a:rPr lang="en-GB" sz="2000"/>
              <a:t>XGBoost</a:t>
            </a:r>
            <a:endParaRPr sz="2000"/>
          </a:p>
          <a:p>
            <a:pPr indent="-355600" lvl="0" marL="914400" rtl="0" algn="l">
              <a:spcBef>
                <a:spcPts val="0"/>
              </a:spcBef>
              <a:spcAft>
                <a:spcPts val="0"/>
              </a:spcAft>
              <a:buSzPts val="2000"/>
              <a:buChar char="●"/>
            </a:pPr>
            <a:r>
              <a:rPr lang="en-GB" sz="2000"/>
              <a:t>LightGBM</a:t>
            </a:r>
            <a:endParaRPr sz="2000"/>
          </a:p>
          <a:p>
            <a:pPr indent="-355600" lvl="0" marL="914400" rtl="0" algn="l">
              <a:spcBef>
                <a:spcPts val="0"/>
              </a:spcBef>
              <a:spcAft>
                <a:spcPts val="0"/>
              </a:spcAft>
              <a:buSzPts val="2000"/>
              <a:buChar char="●"/>
            </a:pPr>
            <a:r>
              <a:rPr lang="en-GB" sz="2000"/>
              <a:t>Random Forest</a:t>
            </a:r>
            <a:endParaRPr sz="2000"/>
          </a:p>
          <a:p>
            <a:pPr indent="-355600" lvl="0" marL="457200" rtl="0" algn="l">
              <a:spcBef>
                <a:spcPts val="0"/>
              </a:spcBef>
              <a:spcAft>
                <a:spcPts val="0"/>
              </a:spcAft>
              <a:buSzPts val="2000"/>
              <a:buAutoNum type="arabicPeriod"/>
            </a:pPr>
            <a:r>
              <a:rPr b="1" lang="en-GB" sz="2000"/>
              <a:t>Hybrid Graph-based Model:</a:t>
            </a:r>
            <a:endParaRPr b="1" sz="2000"/>
          </a:p>
          <a:p>
            <a:pPr indent="-355600" lvl="0" marL="914400" rtl="0" algn="l">
              <a:spcBef>
                <a:spcPts val="0"/>
              </a:spcBef>
              <a:spcAft>
                <a:spcPts val="0"/>
              </a:spcAft>
              <a:buSzPts val="2000"/>
              <a:buChar char="●"/>
            </a:pPr>
            <a:r>
              <a:rPr lang="en-GB" sz="2000"/>
              <a:t>Spektral (GNN)</a:t>
            </a:r>
            <a:endParaRPr sz="2000"/>
          </a:p>
        </p:txBody>
      </p:sp>
      <p:pic>
        <p:nvPicPr>
          <p:cNvPr id="874" name="Google Shape;874;p52"/>
          <p:cNvPicPr preferRelativeResize="0"/>
          <p:nvPr/>
        </p:nvPicPr>
        <p:blipFill rotWithShape="1">
          <a:blip r:embed="rId3">
            <a:alphaModFix/>
          </a:blip>
          <a:srcRect b="0" l="0" r="0" t="0"/>
          <a:stretch/>
        </p:blipFill>
        <p:spPr>
          <a:xfrm rot="239896">
            <a:off x="5478832" y="1977596"/>
            <a:ext cx="2874095" cy="1641684"/>
          </a:xfrm>
          <a:prstGeom prst="roundRect">
            <a:avLst>
              <a:gd fmla="val 10817" name="adj"/>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5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High-Level Overview</a:t>
            </a:r>
            <a:endParaRPr/>
          </a:p>
        </p:txBody>
      </p:sp>
      <p:sp>
        <p:nvSpPr>
          <p:cNvPr id="880" name="Google Shape;880;p53"/>
          <p:cNvSpPr txBox="1"/>
          <p:nvPr>
            <p:ph idx="1" type="subTitle"/>
          </p:nvPr>
        </p:nvSpPr>
        <p:spPr>
          <a:xfrm>
            <a:off x="1822925" y="3891225"/>
            <a:ext cx="5897400" cy="66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The same feature set was used for all models; only the data structure and model architecture were changed.</a:t>
            </a:r>
            <a:endParaRPr sz="1800"/>
          </a:p>
        </p:txBody>
      </p:sp>
      <p:sp>
        <p:nvSpPr>
          <p:cNvPr id="881" name="Google Shape;881;p53"/>
          <p:cNvSpPr txBox="1"/>
          <p:nvPr>
            <p:ph idx="5" type="subTitle"/>
          </p:nvPr>
        </p:nvSpPr>
        <p:spPr>
          <a:xfrm>
            <a:off x="467750" y="1745050"/>
            <a:ext cx="2159100" cy="57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Dataset_HUVK</a:t>
            </a:r>
            <a:endParaRPr/>
          </a:p>
        </p:txBody>
      </p:sp>
      <p:sp>
        <p:nvSpPr>
          <p:cNvPr id="882" name="Google Shape;882;p53"/>
          <p:cNvSpPr txBox="1"/>
          <p:nvPr>
            <p:ph idx="6" type="subTitle"/>
          </p:nvPr>
        </p:nvSpPr>
        <p:spPr>
          <a:xfrm>
            <a:off x="3370625" y="1804750"/>
            <a:ext cx="2802000" cy="51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Data Structuring</a:t>
            </a:r>
            <a:endParaRPr/>
          </a:p>
        </p:txBody>
      </p:sp>
      <p:sp>
        <p:nvSpPr>
          <p:cNvPr id="883" name="Google Shape;883;p53"/>
          <p:cNvSpPr txBox="1"/>
          <p:nvPr>
            <p:ph idx="7" type="subTitle"/>
          </p:nvPr>
        </p:nvSpPr>
        <p:spPr>
          <a:xfrm>
            <a:off x="952150" y="2850200"/>
            <a:ext cx="28020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Feature Engineering</a:t>
            </a:r>
            <a:endParaRPr/>
          </a:p>
        </p:txBody>
      </p:sp>
      <p:sp>
        <p:nvSpPr>
          <p:cNvPr id="884" name="Google Shape;884;p53"/>
          <p:cNvSpPr txBox="1"/>
          <p:nvPr>
            <p:ph idx="8" type="subTitle"/>
          </p:nvPr>
        </p:nvSpPr>
        <p:spPr>
          <a:xfrm>
            <a:off x="4660300" y="2878400"/>
            <a:ext cx="3852000" cy="51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Model Training &amp; Evaluation</a:t>
            </a:r>
            <a:endParaRPr/>
          </a:p>
        </p:txBody>
      </p:sp>
      <p:sp>
        <p:nvSpPr>
          <p:cNvPr id="885" name="Google Shape;885;p53"/>
          <p:cNvSpPr txBox="1"/>
          <p:nvPr>
            <p:ph idx="6" type="subTitle"/>
          </p:nvPr>
        </p:nvSpPr>
        <p:spPr>
          <a:xfrm>
            <a:off x="6698650" y="1867150"/>
            <a:ext cx="1267200" cy="42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Results</a:t>
            </a:r>
            <a:endParaRPr/>
          </a:p>
        </p:txBody>
      </p:sp>
      <p:cxnSp>
        <p:nvCxnSpPr>
          <p:cNvPr id="886" name="Google Shape;886;p53"/>
          <p:cNvCxnSpPr/>
          <p:nvPr/>
        </p:nvCxnSpPr>
        <p:spPr>
          <a:xfrm flipH="1" rot="10800000">
            <a:off x="673300" y="2580075"/>
            <a:ext cx="6821100" cy="11100"/>
          </a:xfrm>
          <a:prstGeom prst="straightConnector1">
            <a:avLst/>
          </a:prstGeom>
          <a:noFill/>
          <a:ln cap="flat" cmpd="sng" w="38100">
            <a:solidFill>
              <a:schemeClr val="dk2"/>
            </a:solidFill>
            <a:prstDash val="solid"/>
            <a:round/>
            <a:headEnd len="med" w="med" type="none"/>
            <a:tailEnd len="med" w="med" type="none"/>
          </a:ln>
        </p:spPr>
      </p:cxnSp>
      <p:cxnSp>
        <p:nvCxnSpPr>
          <p:cNvPr id="887" name="Google Shape;887;p53"/>
          <p:cNvCxnSpPr>
            <a:endCxn id="881" idx="2"/>
          </p:cNvCxnSpPr>
          <p:nvPr/>
        </p:nvCxnSpPr>
        <p:spPr>
          <a:xfrm flipH="1" rot="10800000">
            <a:off x="1545200" y="2321050"/>
            <a:ext cx="2100" cy="228600"/>
          </a:xfrm>
          <a:prstGeom prst="straightConnector1">
            <a:avLst/>
          </a:prstGeom>
          <a:noFill/>
          <a:ln cap="flat" cmpd="sng" w="38100">
            <a:solidFill>
              <a:schemeClr val="dk2"/>
            </a:solidFill>
            <a:prstDash val="solid"/>
            <a:round/>
            <a:headEnd len="med" w="med" type="none"/>
            <a:tailEnd len="med" w="med" type="triangle"/>
          </a:ln>
        </p:spPr>
      </p:cxnSp>
      <p:cxnSp>
        <p:nvCxnSpPr>
          <p:cNvPr id="888" name="Google Shape;888;p53"/>
          <p:cNvCxnSpPr>
            <a:endCxn id="883" idx="0"/>
          </p:cNvCxnSpPr>
          <p:nvPr/>
        </p:nvCxnSpPr>
        <p:spPr>
          <a:xfrm flipH="1">
            <a:off x="2353150" y="2615900"/>
            <a:ext cx="64200" cy="234300"/>
          </a:xfrm>
          <a:prstGeom prst="straightConnector1">
            <a:avLst/>
          </a:prstGeom>
          <a:noFill/>
          <a:ln cap="flat" cmpd="sng" w="38100">
            <a:solidFill>
              <a:schemeClr val="dk2"/>
            </a:solidFill>
            <a:prstDash val="solid"/>
            <a:round/>
            <a:headEnd len="med" w="med" type="none"/>
            <a:tailEnd len="med" w="med" type="triangle"/>
          </a:ln>
        </p:spPr>
      </p:cxnSp>
      <p:cxnSp>
        <p:nvCxnSpPr>
          <p:cNvPr id="889" name="Google Shape;889;p53"/>
          <p:cNvCxnSpPr>
            <a:endCxn id="882" idx="2"/>
          </p:cNvCxnSpPr>
          <p:nvPr/>
        </p:nvCxnSpPr>
        <p:spPr>
          <a:xfrm flipH="1" rot="10800000">
            <a:off x="4757225" y="2321050"/>
            <a:ext cx="14400" cy="239700"/>
          </a:xfrm>
          <a:prstGeom prst="straightConnector1">
            <a:avLst/>
          </a:prstGeom>
          <a:noFill/>
          <a:ln cap="flat" cmpd="sng" w="38100">
            <a:solidFill>
              <a:schemeClr val="dk2"/>
            </a:solidFill>
            <a:prstDash val="solid"/>
            <a:round/>
            <a:headEnd len="med" w="med" type="none"/>
            <a:tailEnd len="med" w="med" type="triangle"/>
          </a:ln>
        </p:spPr>
      </p:cxnSp>
      <p:cxnSp>
        <p:nvCxnSpPr>
          <p:cNvPr id="890" name="Google Shape;890;p53"/>
          <p:cNvCxnSpPr>
            <a:endCxn id="884" idx="0"/>
          </p:cNvCxnSpPr>
          <p:nvPr/>
        </p:nvCxnSpPr>
        <p:spPr>
          <a:xfrm>
            <a:off x="6545200" y="2604800"/>
            <a:ext cx="41100" cy="273600"/>
          </a:xfrm>
          <a:prstGeom prst="straightConnector1">
            <a:avLst/>
          </a:prstGeom>
          <a:noFill/>
          <a:ln cap="flat" cmpd="sng" w="38100">
            <a:solidFill>
              <a:schemeClr val="dk2"/>
            </a:solidFill>
            <a:prstDash val="solid"/>
            <a:round/>
            <a:headEnd len="med" w="med" type="none"/>
            <a:tailEnd len="med" w="med" type="triangle"/>
          </a:ln>
        </p:spPr>
      </p:cxnSp>
      <p:cxnSp>
        <p:nvCxnSpPr>
          <p:cNvPr id="891" name="Google Shape;891;p53"/>
          <p:cNvCxnSpPr>
            <a:endCxn id="885" idx="2"/>
          </p:cNvCxnSpPr>
          <p:nvPr/>
        </p:nvCxnSpPr>
        <p:spPr>
          <a:xfrm flipH="1" rot="10800000">
            <a:off x="7317850" y="2292850"/>
            <a:ext cx="14400" cy="2346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4"/>
          <p:cNvSpPr txBox="1"/>
          <p:nvPr>
            <p:ph type="title"/>
          </p:nvPr>
        </p:nvSpPr>
        <p:spPr>
          <a:xfrm>
            <a:off x="720000" y="539500"/>
            <a:ext cx="7704000" cy="103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Feature Engineering: </a:t>
            </a:r>
            <a:endParaRPr/>
          </a:p>
          <a:p>
            <a:pPr indent="0" lvl="0" marL="0" rtl="0" algn="l">
              <a:spcBef>
                <a:spcPts val="0"/>
              </a:spcBef>
              <a:spcAft>
                <a:spcPts val="0"/>
              </a:spcAft>
              <a:buNone/>
            </a:pPr>
            <a:r>
              <a:rPr lang="en-GB"/>
              <a:t>The Foundation of Prediction</a:t>
            </a:r>
            <a:endParaRPr/>
          </a:p>
        </p:txBody>
      </p:sp>
      <p:sp>
        <p:nvSpPr>
          <p:cNvPr id="897" name="Google Shape;897;p54"/>
          <p:cNvSpPr txBox="1"/>
          <p:nvPr>
            <p:ph idx="6" type="subTitle"/>
          </p:nvPr>
        </p:nvSpPr>
        <p:spPr>
          <a:xfrm>
            <a:off x="892775" y="2526900"/>
            <a:ext cx="6977100" cy="1689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b="1" lang="en-GB" sz="1600"/>
              <a:t>Sequence Features:</a:t>
            </a:r>
            <a:r>
              <a:rPr lang="en-GB" sz="1600"/>
              <a:t> One-Hot Encoding, Positional Embedding</a:t>
            </a:r>
            <a:endParaRPr sz="1600"/>
          </a:p>
          <a:p>
            <a:pPr indent="-330200" lvl="0" marL="457200" rtl="0" algn="l">
              <a:spcBef>
                <a:spcPts val="0"/>
              </a:spcBef>
              <a:spcAft>
                <a:spcPts val="0"/>
              </a:spcAft>
              <a:buSzPts val="1600"/>
              <a:buAutoNum type="arabicPeriod"/>
            </a:pPr>
            <a:r>
              <a:rPr b="1" lang="en-GB" sz="1600"/>
              <a:t>Structural Features: </a:t>
            </a:r>
            <a:r>
              <a:rPr lang="en-GB" sz="1600"/>
              <a:t>Base-Pairing Probabilities (Self-fold, Co-fold)</a:t>
            </a:r>
            <a:endParaRPr sz="1600"/>
          </a:p>
          <a:p>
            <a:pPr indent="-330200" lvl="0" marL="457200" rtl="0" algn="l">
              <a:spcBef>
                <a:spcPts val="0"/>
              </a:spcBef>
              <a:spcAft>
                <a:spcPts val="0"/>
              </a:spcAft>
              <a:buSzPts val="1600"/>
              <a:buAutoNum type="arabicPeriod"/>
            </a:pPr>
            <a:r>
              <a:rPr b="1" lang="en-GB" sz="1600"/>
              <a:t>Biophysical Features:</a:t>
            </a:r>
            <a:r>
              <a:rPr lang="en-GB" sz="1600"/>
              <a:t> Thermodynamic Stability, RNA-AGO2 Interaction</a:t>
            </a:r>
            <a:endParaRPr sz="1600"/>
          </a:p>
          <a:p>
            <a:pPr indent="-330200" lvl="0" marL="457200" rtl="0" algn="l">
              <a:spcBef>
                <a:spcPts val="0"/>
              </a:spcBef>
              <a:spcAft>
                <a:spcPts val="0"/>
              </a:spcAft>
              <a:buSzPts val="1600"/>
              <a:buAutoNum type="arabicPeriod"/>
            </a:pPr>
            <a:r>
              <a:rPr b="1" lang="en-GB" sz="1600"/>
              <a:t>Empirical Rules:</a:t>
            </a:r>
            <a:r>
              <a:rPr lang="en-GB" sz="1600"/>
              <a:t> k-mer Frequencies, G/C Content, Rule Codes</a:t>
            </a:r>
            <a:endParaRPr sz="1600"/>
          </a:p>
        </p:txBody>
      </p:sp>
      <p:sp>
        <p:nvSpPr>
          <p:cNvPr id="898" name="Google Shape;898;p54"/>
          <p:cNvSpPr txBox="1"/>
          <p:nvPr>
            <p:ph idx="7" type="subTitle"/>
          </p:nvPr>
        </p:nvSpPr>
        <p:spPr>
          <a:xfrm>
            <a:off x="892775" y="1965850"/>
            <a:ext cx="6734100" cy="484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2400"/>
              <a:t>Four quadrants, each with a list of features:</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55"/>
          <p:cNvSpPr txBox="1"/>
          <p:nvPr>
            <p:ph type="title"/>
          </p:nvPr>
        </p:nvSpPr>
        <p:spPr>
          <a:xfrm>
            <a:off x="358000" y="539500"/>
            <a:ext cx="8219400" cy="68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000"/>
              <a:t>Data Structuring for Different Architectures</a:t>
            </a:r>
            <a:endParaRPr sz="3000"/>
          </a:p>
        </p:txBody>
      </p:sp>
      <p:sp>
        <p:nvSpPr>
          <p:cNvPr id="904" name="Google Shape;904;p55"/>
          <p:cNvSpPr txBox="1"/>
          <p:nvPr/>
        </p:nvSpPr>
        <p:spPr>
          <a:xfrm>
            <a:off x="489525" y="1943425"/>
            <a:ext cx="4082400" cy="273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u="sng">
                <a:solidFill>
                  <a:schemeClr val="dk1"/>
                </a:solidFill>
                <a:latin typeface="Karla"/>
                <a:ea typeface="Karla"/>
                <a:cs typeface="Karla"/>
                <a:sym typeface="Karla"/>
              </a:rPr>
              <a:t>Flattened Feature Matrix</a:t>
            </a:r>
            <a:endParaRPr b="1" sz="1100" u="sng">
              <a:solidFill>
                <a:schemeClr val="dk1"/>
              </a:solidFill>
              <a:latin typeface="Karla"/>
              <a:ea typeface="Karla"/>
              <a:cs typeface="Karla"/>
              <a:sym typeface="Karla"/>
            </a:endParaRPr>
          </a:p>
          <a:p>
            <a:pPr indent="0" lvl="0" marL="0" rtl="0" algn="ctr">
              <a:spcBef>
                <a:spcPts val="0"/>
              </a:spcBef>
              <a:spcAft>
                <a:spcPts val="0"/>
              </a:spcAft>
              <a:buNone/>
            </a:pPr>
            <a:r>
              <a:t/>
            </a:r>
            <a:endParaRPr b="1"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100">
                <a:solidFill>
                  <a:schemeClr val="dk1"/>
                </a:solidFill>
                <a:latin typeface="Karla"/>
                <a:ea typeface="Karla"/>
                <a:cs typeface="Karla"/>
                <a:sym typeface="Karla"/>
              </a:rPr>
              <a:t>1</a:t>
            </a:r>
            <a:r>
              <a:rPr lang="en-GB" sz="1100">
                <a:solidFill>
                  <a:schemeClr val="dk1"/>
                </a:solidFill>
                <a:latin typeface="Karla"/>
                <a:ea typeface="Karla"/>
                <a:cs typeface="Karla"/>
                <a:sym typeface="Karla"/>
              </a:rPr>
              <a:t>. Feature Aggregation: All features are collected:</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Font typeface="Karla"/>
              <a:buChar char="●"/>
            </a:pPr>
            <a:r>
              <a:rPr lang="en-GB" sz="1100">
                <a:solidFill>
                  <a:schemeClr val="dk1"/>
                </a:solidFill>
                <a:latin typeface="Karla"/>
                <a:ea typeface="Karla"/>
                <a:cs typeface="Karla"/>
                <a:sym typeface="Karla"/>
              </a:rPr>
              <a:t>siRNA-specific features</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Font typeface="Karla"/>
              <a:buChar char="●"/>
            </a:pPr>
            <a:r>
              <a:rPr lang="en-GB" sz="1100">
                <a:solidFill>
                  <a:schemeClr val="dk1"/>
                </a:solidFill>
                <a:latin typeface="Karla"/>
                <a:ea typeface="Karla"/>
                <a:cs typeface="Karla"/>
                <a:sym typeface="Karla"/>
              </a:rPr>
              <a:t>mRNA-specific features</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Font typeface="Karla"/>
              <a:buChar char="●"/>
            </a:pPr>
            <a:r>
              <a:rPr lang="en-GB" sz="1100">
                <a:solidFill>
                  <a:schemeClr val="dk1"/>
                </a:solidFill>
                <a:latin typeface="Karla"/>
                <a:ea typeface="Karla"/>
                <a:cs typeface="Karla"/>
                <a:sym typeface="Karla"/>
              </a:rPr>
              <a:t>Interaction-specific features</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2. Concatenation: For each siRNA-mRNA pair, these features are combined into a single, long feature vector.</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3. Result: A single, large tabular matrix where each row is an experiment and each column is a feature.</a:t>
            </a:r>
            <a:endParaRPr sz="1100">
              <a:solidFill>
                <a:schemeClr val="dk1"/>
              </a:solidFill>
              <a:latin typeface="Karla"/>
              <a:ea typeface="Karla"/>
              <a:cs typeface="Karla"/>
              <a:sym typeface="Karla"/>
            </a:endParaRPr>
          </a:p>
          <a:p>
            <a:pPr indent="-298450" lvl="0" marL="457200" rtl="0" algn="l">
              <a:lnSpc>
                <a:spcPct val="115000"/>
              </a:lnSpc>
              <a:spcBef>
                <a:spcPts val="0"/>
              </a:spcBef>
              <a:spcAft>
                <a:spcPts val="0"/>
              </a:spcAft>
              <a:buClr>
                <a:schemeClr val="dk1"/>
              </a:buClr>
              <a:buSzPts val="1100"/>
              <a:buFont typeface="Karla"/>
              <a:buChar char="●"/>
            </a:pPr>
            <a:r>
              <a:rPr lang="en-GB" sz="1100">
                <a:solidFill>
                  <a:schemeClr val="dk1"/>
                </a:solidFill>
                <a:latin typeface="Karla"/>
                <a:ea typeface="Karla"/>
                <a:cs typeface="Karla"/>
                <a:sym typeface="Karla"/>
              </a:rPr>
              <a:t>Dimensions: (Number of Samples) x (~39,000 Features)</a:t>
            </a:r>
            <a:endParaRPr sz="1100">
              <a:solidFill>
                <a:schemeClr val="dk1"/>
              </a:solidFill>
              <a:latin typeface="Karla"/>
              <a:ea typeface="Karla"/>
              <a:cs typeface="Karla"/>
              <a:sym typeface="Karla"/>
            </a:endParaRPr>
          </a:p>
        </p:txBody>
      </p:sp>
      <p:sp>
        <p:nvSpPr>
          <p:cNvPr id="905" name="Google Shape;905;p55"/>
          <p:cNvSpPr txBox="1"/>
          <p:nvPr/>
        </p:nvSpPr>
        <p:spPr>
          <a:xfrm>
            <a:off x="4937975" y="1943425"/>
            <a:ext cx="3982200" cy="240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100" u="sng">
                <a:solidFill>
                  <a:schemeClr val="dk1"/>
                </a:solidFill>
                <a:latin typeface="Karla"/>
                <a:ea typeface="Karla"/>
                <a:cs typeface="Karla"/>
                <a:sym typeface="Karla"/>
              </a:rPr>
              <a:t>Hybrid Graph-Tabular Method</a:t>
            </a:r>
            <a:endParaRPr b="1" sz="1100" u="sng">
              <a:solidFill>
                <a:schemeClr val="dk1"/>
              </a:solidFill>
              <a:latin typeface="Karla"/>
              <a:ea typeface="Karla"/>
              <a:cs typeface="Karla"/>
              <a:sym typeface="Karla"/>
            </a:endParaRPr>
          </a:p>
          <a:p>
            <a:pPr indent="0" lvl="0" marL="0" rtl="0" algn="l">
              <a:spcBef>
                <a:spcPts val="0"/>
              </a:spcBef>
              <a:spcAft>
                <a:spcPts val="0"/>
              </a:spcAft>
              <a:buNone/>
            </a:pPr>
            <a:r>
              <a:t/>
            </a:r>
            <a:endParaRPr sz="11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AutoNum type="arabicPeriod"/>
            </a:pPr>
            <a:r>
              <a:rPr lang="en-GB" sz="1200">
                <a:solidFill>
                  <a:schemeClr val="dk1"/>
                </a:solidFill>
                <a:latin typeface="Karla"/>
                <a:ea typeface="Karla"/>
                <a:cs typeface="Karla"/>
                <a:sym typeface="Karla"/>
              </a:rPr>
              <a:t>Graph Construction: First, a heterogeneous graph is built to represent the relationships between all siRNA, mRNA, and Interaction nodes.</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AutoNum type="arabicPeriod"/>
            </a:pPr>
            <a:r>
              <a:rPr lang="en-GB" sz="1200">
                <a:solidFill>
                  <a:schemeClr val="dk1"/>
                </a:solidFill>
                <a:latin typeface="Karla"/>
                <a:ea typeface="Karla"/>
                <a:cs typeface="Karla"/>
                <a:sym typeface="Karla"/>
              </a:rPr>
              <a:t>Spektral embeddings are generated to convert the graph's structure into new features.</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AutoNum type="arabicPeriod"/>
            </a:pPr>
            <a:r>
              <a:rPr lang="en-GB" sz="1200">
                <a:solidFill>
                  <a:schemeClr val="dk1"/>
                </a:solidFill>
                <a:latin typeface="Karla"/>
                <a:ea typeface="Karla"/>
                <a:cs typeface="Karla"/>
                <a:sym typeface="Karla"/>
              </a:rPr>
              <a:t>Result: An augmented tabular matrix that is fed into an XGBoost model.</a:t>
            </a:r>
            <a:endParaRPr sz="1200">
              <a:solidFill>
                <a:schemeClr val="dk1"/>
              </a:solidFill>
              <a:latin typeface="Karla"/>
              <a:ea typeface="Karla"/>
              <a:cs typeface="Karla"/>
              <a:sym typeface="Karla"/>
            </a:endParaRPr>
          </a:p>
        </p:txBody>
      </p:sp>
      <p:sp>
        <p:nvSpPr>
          <p:cNvPr id="906" name="Google Shape;906;p55"/>
          <p:cNvSpPr/>
          <p:nvPr/>
        </p:nvSpPr>
        <p:spPr>
          <a:xfrm>
            <a:off x="642950" y="1249375"/>
            <a:ext cx="3360900" cy="306900"/>
          </a:xfrm>
          <a:prstGeom prst="rect">
            <a:avLst/>
          </a:prstGeom>
          <a:solidFill>
            <a:schemeClr val="lt1"/>
          </a:solid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GB" sz="1200">
                <a:solidFill>
                  <a:schemeClr val="dk1"/>
                </a:solidFill>
                <a:latin typeface="Karla"/>
                <a:ea typeface="Karla"/>
                <a:cs typeface="Karla"/>
                <a:sym typeface="Karla"/>
              </a:rPr>
              <a:t>For Ensemble Models (XGBoost, LGBM, RF)</a:t>
            </a:r>
            <a:endParaRPr b="1" sz="1200">
              <a:solidFill>
                <a:schemeClr val="dk1"/>
              </a:solidFill>
              <a:latin typeface="Karla"/>
              <a:ea typeface="Karla"/>
              <a:cs typeface="Karla"/>
              <a:sym typeface="Karla"/>
            </a:endParaRPr>
          </a:p>
        </p:txBody>
      </p:sp>
      <p:sp>
        <p:nvSpPr>
          <p:cNvPr id="907" name="Google Shape;907;p55"/>
          <p:cNvSpPr/>
          <p:nvPr/>
        </p:nvSpPr>
        <p:spPr>
          <a:xfrm>
            <a:off x="5263025" y="1220200"/>
            <a:ext cx="2973600" cy="277500"/>
          </a:xfrm>
          <a:prstGeom prst="rect">
            <a:avLst/>
          </a:prstGeom>
          <a:solidFill>
            <a:schemeClr val="lt1"/>
          </a:solid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sz="1200">
                <a:solidFill>
                  <a:schemeClr val="dk1"/>
                </a:solidFill>
                <a:latin typeface="Karla"/>
                <a:ea typeface="Karla"/>
                <a:cs typeface="Karla"/>
                <a:sym typeface="Karla"/>
              </a:rPr>
              <a:t>For the Spektral (GNN) Model</a:t>
            </a:r>
            <a:endParaRPr b="1" sz="1200">
              <a:solidFill>
                <a:schemeClr val="dk1"/>
              </a:solidFill>
              <a:latin typeface="Karla"/>
              <a:ea typeface="Karla"/>
              <a:cs typeface="Karla"/>
              <a:sym typeface="Karl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5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Results: Overall Performance</a:t>
            </a:r>
            <a:endParaRPr/>
          </a:p>
        </p:txBody>
      </p:sp>
      <p:graphicFrame>
        <p:nvGraphicFramePr>
          <p:cNvPr id="913" name="Google Shape;913;p56"/>
          <p:cNvGraphicFramePr/>
          <p:nvPr/>
        </p:nvGraphicFramePr>
        <p:xfrm>
          <a:off x="1022675" y="1340700"/>
          <a:ext cx="3000000" cy="3000000"/>
        </p:xfrm>
        <a:graphic>
          <a:graphicData uri="http://schemas.openxmlformats.org/drawingml/2006/table">
            <a:tbl>
              <a:tblPr>
                <a:noFill/>
                <a:tableStyleId>{A2CDB912-DB0D-4960-BA6C-33B2A0E7C7C1}</a:tableStyleId>
              </a:tblPr>
              <a:tblGrid>
                <a:gridCol w="1372275"/>
                <a:gridCol w="1125550"/>
                <a:gridCol w="1051500"/>
                <a:gridCol w="974225"/>
              </a:tblGrid>
              <a:tr h="368200">
                <a:tc>
                  <a:txBody>
                    <a:bodyPr/>
                    <a:lstStyle/>
                    <a:p>
                      <a:pPr indent="0" lvl="0" marL="0" rtl="0" algn="ctr">
                        <a:lnSpc>
                          <a:spcPct val="100000"/>
                        </a:lnSpc>
                        <a:spcBef>
                          <a:spcPts val="0"/>
                        </a:spcBef>
                        <a:spcAft>
                          <a:spcPts val="0"/>
                        </a:spcAft>
                        <a:buNone/>
                      </a:pPr>
                      <a:r>
                        <a:rPr b="1" lang="en-GB">
                          <a:solidFill>
                            <a:schemeClr val="accent1"/>
                          </a:solidFill>
                          <a:latin typeface="Bai Jamjuree"/>
                          <a:ea typeface="Bai Jamjuree"/>
                          <a:cs typeface="Bai Jamjuree"/>
                          <a:sym typeface="Bai Jamjuree"/>
                        </a:rPr>
                        <a:t>Model</a:t>
                      </a:r>
                      <a:endParaRPr b="1">
                        <a:solidFill>
                          <a:schemeClr val="accent1"/>
                        </a:solidFill>
                        <a:latin typeface="Bai Jamjuree"/>
                        <a:ea typeface="Bai Jamjuree"/>
                        <a:cs typeface="Bai Jamjuree"/>
                        <a:sym typeface="Bai Jamjure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GB">
                          <a:solidFill>
                            <a:schemeClr val="accent1"/>
                          </a:solidFill>
                          <a:latin typeface="Bai Jamjuree"/>
                          <a:ea typeface="Bai Jamjuree"/>
                          <a:cs typeface="Bai Jamjuree"/>
                          <a:sym typeface="Bai Jamjuree"/>
                        </a:rPr>
                        <a:t>PCC ↑</a:t>
                      </a:r>
                      <a:endParaRPr b="1">
                        <a:solidFill>
                          <a:schemeClr val="accent1"/>
                        </a:solidFill>
                        <a:latin typeface="Bai Jamjuree"/>
                        <a:ea typeface="Bai Jamjuree"/>
                        <a:cs typeface="Bai Jamjuree"/>
                        <a:sym typeface="Bai Jamjure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GB">
                          <a:solidFill>
                            <a:schemeClr val="accent1"/>
                          </a:solidFill>
                          <a:latin typeface="Bai Jamjuree"/>
                          <a:ea typeface="Bai Jamjuree"/>
                          <a:cs typeface="Bai Jamjuree"/>
                          <a:sym typeface="Bai Jamjuree"/>
                        </a:rPr>
                        <a:t>SPCC ↑</a:t>
                      </a:r>
                      <a:endParaRPr b="1">
                        <a:solidFill>
                          <a:schemeClr val="accent1"/>
                        </a:solidFill>
                        <a:latin typeface="Bai Jamjuree"/>
                        <a:ea typeface="Bai Jamjuree"/>
                        <a:cs typeface="Bai Jamjuree"/>
                        <a:sym typeface="Bai Jamjure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GB">
                          <a:solidFill>
                            <a:schemeClr val="accent1"/>
                          </a:solidFill>
                          <a:latin typeface="Bai Jamjuree"/>
                          <a:ea typeface="Bai Jamjuree"/>
                          <a:cs typeface="Bai Jamjuree"/>
                          <a:sym typeface="Bai Jamjuree"/>
                        </a:rPr>
                        <a:t>MSE ↓</a:t>
                      </a:r>
                      <a:endParaRPr b="1">
                        <a:solidFill>
                          <a:schemeClr val="accent1"/>
                        </a:solidFill>
                        <a:latin typeface="Bai Jamjuree"/>
                        <a:ea typeface="Bai Jamjuree"/>
                        <a:cs typeface="Bai Jamjuree"/>
                        <a:sym typeface="Bai Jamjure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64825">
                <a:tc>
                  <a:txBody>
                    <a:bodyPr/>
                    <a:lstStyle/>
                    <a:p>
                      <a:pPr indent="0" lvl="0" marL="0" rtl="0" algn="l">
                        <a:lnSpc>
                          <a:spcPct val="100000"/>
                        </a:lnSpc>
                        <a:spcBef>
                          <a:spcPts val="0"/>
                        </a:spcBef>
                        <a:spcAft>
                          <a:spcPts val="0"/>
                        </a:spcAft>
                        <a:buNone/>
                      </a:pPr>
                      <a:r>
                        <a:rPr b="1" lang="en-GB">
                          <a:solidFill>
                            <a:schemeClr val="dk1"/>
                          </a:solidFill>
                          <a:latin typeface="Karla"/>
                          <a:ea typeface="Karla"/>
                          <a:cs typeface="Karla"/>
                          <a:sym typeface="Karla"/>
                        </a:rPr>
                        <a:t>Spektral (GNN)</a:t>
                      </a:r>
                      <a:endParaRPr b="1">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chemeClr val="dk1"/>
                          </a:solidFill>
                          <a:latin typeface="Karla"/>
                          <a:ea typeface="Karla"/>
                          <a:cs typeface="Karla"/>
                          <a:sym typeface="Karla"/>
                        </a:rPr>
                        <a:t>0.7290</a:t>
                      </a:r>
                      <a:endParaRPr b="1">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chemeClr val="dk1"/>
                          </a:solidFill>
                          <a:latin typeface="Karla"/>
                          <a:ea typeface="Karla"/>
                          <a:cs typeface="Karla"/>
                          <a:sym typeface="Karla"/>
                        </a:rPr>
                        <a:t>0.7252</a:t>
                      </a:r>
                      <a:endParaRPr b="1">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en-GB">
                          <a:solidFill>
                            <a:schemeClr val="dk1"/>
                          </a:solidFill>
                          <a:latin typeface="Karla"/>
                          <a:ea typeface="Karla"/>
                          <a:cs typeface="Karla"/>
                          <a:sym typeface="Karla"/>
                        </a:rPr>
                        <a:t>0.0228</a:t>
                      </a:r>
                      <a:endParaRPr b="1">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73450">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LightGBM</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0.7178</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0.6998</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0.0221</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00675">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XGBoost</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0.7107</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0.7001</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0.0225</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38275">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Random Forest</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0.6766</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0.6592</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a:solidFill>
                            <a:schemeClr val="dk1"/>
                          </a:solidFill>
                          <a:latin typeface="Karla"/>
                          <a:ea typeface="Karla"/>
                          <a:cs typeface="Karla"/>
                          <a:sym typeface="Karla"/>
                        </a:rPr>
                        <a:t>0.0249</a:t>
                      </a:r>
                      <a:endParaRPr>
                        <a:solidFill>
                          <a:schemeClr val="dk1"/>
                        </a:solidFill>
                        <a:latin typeface="Karla"/>
                        <a:ea typeface="Karla"/>
                        <a:cs typeface="Karla"/>
                        <a:sym typeface="Karla"/>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graphicFrame>
        <p:nvGraphicFramePr>
          <p:cNvPr id="914" name="Google Shape;914;p56"/>
          <p:cNvGraphicFramePr/>
          <p:nvPr/>
        </p:nvGraphicFramePr>
        <p:xfrm>
          <a:off x="5546225" y="1340700"/>
          <a:ext cx="3000000" cy="3000000"/>
        </p:xfrm>
        <a:graphic>
          <a:graphicData uri="http://schemas.openxmlformats.org/drawingml/2006/table">
            <a:tbl>
              <a:tblPr>
                <a:noFill/>
                <a:tableStyleId>{A69F31ED-4F21-4B9D-99DE-CD9AEEFEC812}</a:tableStyleId>
              </a:tblPr>
              <a:tblGrid>
                <a:gridCol w="1091500"/>
              </a:tblGrid>
              <a:tr h="389925">
                <a:tc>
                  <a:txBody>
                    <a:bodyPr/>
                    <a:lstStyle/>
                    <a:p>
                      <a:pPr indent="0" lvl="0" marL="0" rtl="0" algn="ctr">
                        <a:spcBef>
                          <a:spcPts val="0"/>
                        </a:spcBef>
                        <a:spcAft>
                          <a:spcPts val="0"/>
                        </a:spcAft>
                        <a:buNone/>
                      </a:pPr>
                      <a:r>
                        <a:rPr b="1" lang="en-GB">
                          <a:solidFill>
                            <a:schemeClr val="accent1"/>
                          </a:solidFill>
                          <a:latin typeface="Bai Jamjuree"/>
                          <a:ea typeface="Bai Jamjuree"/>
                          <a:cs typeface="Bai Jamjuree"/>
                          <a:sym typeface="Bai Jamjuree"/>
                        </a:rPr>
                        <a:t>AUC ↑</a:t>
                      </a:r>
                      <a:endParaRPr b="1">
                        <a:solidFill>
                          <a:schemeClr val="accent1"/>
                        </a:solidFill>
                        <a:latin typeface="Bai Jamjuree"/>
                        <a:ea typeface="Bai Jamjuree"/>
                        <a:cs typeface="Bai Jamjuree"/>
                        <a:sym typeface="Bai Jamjure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588675">
                <a:tc>
                  <a:txBody>
                    <a:bodyPr/>
                    <a:lstStyle/>
                    <a:p>
                      <a:pPr indent="0" lvl="0" marL="0" rtl="0" algn="ctr">
                        <a:spcBef>
                          <a:spcPts val="0"/>
                        </a:spcBef>
                        <a:spcAft>
                          <a:spcPts val="0"/>
                        </a:spcAft>
                        <a:buNone/>
                      </a:pPr>
                      <a:r>
                        <a:rPr b="1" lang="en-GB">
                          <a:solidFill>
                            <a:schemeClr val="dk1"/>
                          </a:solidFill>
                        </a:rPr>
                        <a:t>0.8480</a:t>
                      </a:r>
                      <a:endParaRPr b="1">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65950">
                <a:tc>
                  <a:txBody>
                    <a:bodyPr/>
                    <a:lstStyle/>
                    <a:p>
                      <a:pPr indent="0" lvl="0" marL="0" rtl="0" algn="ctr">
                        <a:spcBef>
                          <a:spcPts val="0"/>
                        </a:spcBef>
                        <a:spcAft>
                          <a:spcPts val="0"/>
                        </a:spcAft>
                        <a:buNone/>
                      </a:pPr>
                      <a:r>
                        <a:rPr lang="en-GB">
                          <a:solidFill>
                            <a:schemeClr val="dk1"/>
                          </a:solidFill>
                        </a:rPr>
                        <a:t>0.8314</a:t>
                      </a:r>
                      <a:endParaRPr>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92750">
                <a:tc>
                  <a:txBody>
                    <a:bodyPr/>
                    <a:lstStyle/>
                    <a:p>
                      <a:pPr indent="0" lvl="0" marL="0" rtl="0" algn="ctr">
                        <a:spcBef>
                          <a:spcPts val="0"/>
                        </a:spcBef>
                        <a:spcAft>
                          <a:spcPts val="0"/>
                        </a:spcAft>
                        <a:buNone/>
                      </a:pPr>
                      <a:r>
                        <a:rPr lang="en-GB">
                          <a:solidFill>
                            <a:schemeClr val="dk1"/>
                          </a:solidFill>
                        </a:rPr>
                        <a:t>0.8364</a:t>
                      </a:r>
                      <a:endParaRPr>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69450">
                <a:tc>
                  <a:txBody>
                    <a:bodyPr/>
                    <a:lstStyle/>
                    <a:p>
                      <a:pPr indent="0" lvl="0" marL="0" rtl="0" algn="ctr">
                        <a:spcBef>
                          <a:spcPts val="0"/>
                        </a:spcBef>
                        <a:spcAft>
                          <a:spcPts val="0"/>
                        </a:spcAft>
                        <a:buNone/>
                      </a:pPr>
                      <a:r>
                        <a:rPr lang="en-GB">
                          <a:solidFill>
                            <a:schemeClr val="dk1"/>
                          </a:solidFill>
                        </a:rPr>
                        <a:t>0.8108</a:t>
                      </a:r>
                      <a:endParaRPr>
                        <a:solidFill>
                          <a:schemeClr val="dk1"/>
                        </a:solidFill>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915" name="Google Shape;915;p56"/>
          <p:cNvSpPr txBox="1"/>
          <p:nvPr/>
        </p:nvSpPr>
        <p:spPr>
          <a:xfrm>
            <a:off x="1421775" y="4182225"/>
            <a:ext cx="56955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dk1"/>
                </a:solidFill>
                <a:latin typeface="Karla"/>
                <a:ea typeface="Karla"/>
                <a:cs typeface="Karla"/>
                <a:sym typeface="Karla"/>
              </a:rPr>
              <a:t>The Spectral (GNN) model is the best-performing among our implementations, with LightGBM as a close second.</a:t>
            </a:r>
            <a:endParaRPr b="1">
              <a:solidFill>
                <a:schemeClr val="dk1"/>
              </a:solidFill>
              <a:latin typeface="Karla"/>
              <a:ea typeface="Karla"/>
              <a:cs typeface="Karla"/>
              <a:sym typeface="Karl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57"/>
          <p:cNvSpPr txBox="1"/>
          <p:nvPr>
            <p:ph type="title"/>
          </p:nvPr>
        </p:nvSpPr>
        <p:spPr>
          <a:xfrm>
            <a:off x="1052400" y="463000"/>
            <a:ext cx="6366000" cy="79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Analysis by Metric: Correlation</a:t>
            </a:r>
            <a:endParaRPr/>
          </a:p>
        </p:txBody>
      </p:sp>
      <p:sp>
        <p:nvSpPr>
          <p:cNvPr id="921" name="Google Shape;921;p57"/>
          <p:cNvSpPr txBox="1"/>
          <p:nvPr>
            <p:ph idx="1" type="subTitle"/>
          </p:nvPr>
        </p:nvSpPr>
        <p:spPr>
          <a:xfrm>
            <a:off x="1120699" y="4035475"/>
            <a:ext cx="5394300" cy="86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Spektral (GNN) model is the clear winner, demonstrating that encoding the graph's topology as features significantly improves the model's ability to correctly rank siRNAs.</a:t>
            </a:r>
            <a:endParaRPr/>
          </a:p>
        </p:txBody>
      </p:sp>
      <p:pic>
        <p:nvPicPr>
          <p:cNvPr id="922" name="Google Shape;922;p57"/>
          <p:cNvPicPr preferRelativeResize="0"/>
          <p:nvPr/>
        </p:nvPicPr>
        <p:blipFill rotWithShape="1">
          <a:blip r:embed="rId3">
            <a:alphaModFix/>
          </a:blip>
          <a:srcRect b="18703" l="0" r="0" t="18703"/>
          <a:stretch/>
        </p:blipFill>
        <p:spPr>
          <a:xfrm rot="5178622">
            <a:off x="7164951" y="2759451"/>
            <a:ext cx="2343500" cy="1466851"/>
          </a:xfrm>
          <a:prstGeom prst="rect">
            <a:avLst/>
          </a:prstGeom>
          <a:noFill/>
          <a:ln>
            <a:noFill/>
          </a:ln>
          <a:effectLst>
            <a:outerShdw blurRad="57150" rotWithShape="0" algn="bl" dir="5400000" dist="19050">
              <a:schemeClr val="lt1">
                <a:alpha val="50000"/>
              </a:schemeClr>
            </a:outerShdw>
          </a:effectLst>
        </p:spPr>
      </p:pic>
      <p:pic>
        <p:nvPicPr>
          <p:cNvPr id="923" name="Google Shape;923;p57" title="PCC_comparison.png"/>
          <p:cNvPicPr preferRelativeResize="0"/>
          <p:nvPr/>
        </p:nvPicPr>
        <p:blipFill>
          <a:blip r:embed="rId4">
            <a:alphaModFix/>
          </a:blip>
          <a:stretch>
            <a:fillRect/>
          </a:stretch>
        </p:blipFill>
        <p:spPr>
          <a:xfrm>
            <a:off x="1052400" y="1348300"/>
            <a:ext cx="3388176" cy="2478075"/>
          </a:xfrm>
          <a:prstGeom prst="rect">
            <a:avLst/>
          </a:prstGeom>
          <a:noFill/>
          <a:ln>
            <a:noFill/>
          </a:ln>
        </p:spPr>
      </p:pic>
      <p:pic>
        <p:nvPicPr>
          <p:cNvPr id="924" name="Google Shape;924;p57" title="SPCC_comparison.png"/>
          <p:cNvPicPr preferRelativeResize="0"/>
          <p:nvPr/>
        </p:nvPicPr>
        <p:blipFill>
          <a:blip r:embed="rId5">
            <a:alphaModFix/>
          </a:blip>
          <a:stretch>
            <a:fillRect/>
          </a:stretch>
        </p:blipFill>
        <p:spPr>
          <a:xfrm>
            <a:off x="4592975" y="1348300"/>
            <a:ext cx="3025202" cy="2478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58"/>
          <p:cNvSpPr txBox="1"/>
          <p:nvPr>
            <p:ph idx="1" type="subTitle"/>
          </p:nvPr>
        </p:nvSpPr>
        <p:spPr>
          <a:xfrm>
            <a:off x="586763" y="4348950"/>
            <a:ext cx="3821400" cy="51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1100"/>
              <a:t>The results are much closer on this metric.</a:t>
            </a:r>
            <a:endParaRPr sz="1100"/>
          </a:p>
          <a:p>
            <a:pPr indent="0" lvl="0" marL="0" rtl="0" algn="l">
              <a:spcBef>
                <a:spcPts val="0"/>
              </a:spcBef>
              <a:spcAft>
                <a:spcPts val="0"/>
              </a:spcAft>
              <a:buNone/>
            </a:pPr>
            <a:r>
              <a:rPr lang="en-GB" sz="1100"/>
              <a:t>LightGBM achieves the lowest error (best performance).</a:t>
            </a:r>
            <a:endParaRPr sz="1100"/>
          </a:p>
        </p:txBody>
      </p:sp>
      <p:sp>
        <p:nvSpPr>
          <p:cNvPr id="930" name="Google Shape;930;p58"/>
          <p:cNvSpPr txBox="1"/>
          <p:nvPr/>
        </p:nvSpPr>
        <p:spPr>
          <a:xfrm>
            <a:off x="1271250" y="485075"/>
            <a:ext cx="6013200" cy="9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700">
                <a:solidFill>
                  <a:schemeClr val="dk1"/>
                </a:solidFill>
                <a:latin typeface="Karla"/>
                <a:ea typeface="Karla"/>
                <a:cs typeface="Karla"/>
                <a:sym typeface="Karla"/>
              </a:rPr>
              <a:t>Analysis by Metric: Prediction Error (MSE) &amp; Classification (AUC)</a:t>
            </a:r>
            <a:endParaRPr b="1" sz="2700">
              <a:solidFill>
                <a:schemeClr val="dk1"/>
              </a:solidFill>
              <a:latin typeface="Karla"/>
              <a:ea typeface="Karla"/>
              <a:cs typeface="Karla"/>
              <a:sym typeface="Karla"/>
            </a:endParaRPr>
          </a:p>
        </p:txBody>
      </p:sp>
      <p:sp>
        <p:nvSpPr>
          <p:cNvPr id="931" name="Google Shape;931;p58"/>
          <p:cNvSpPr txBox="1"/>
          <p:nvPr>
            <p:ph idx="1" type="subTitle"/>
          </p:nvPr>
        </p:nvSpPr>
        <p:spPr>
          <a:xfrm>
            <a:off x="4484325" y="4348950"/>
            <a:ext cx="3653100" cy="610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1100"/>
              <a:t>The Spectral (GNN) model is again the top performer.</a:t>
            </a:r>
            <a:endParaRPr sz="1100"/>
          </a:p>
          <a:p>
            <a:pPr indent="0" lvl="0" marL="0" rtl="0" algn="l">
              <a:spcBef>
                <a:spcPts val="0"/>
              </a:spcBef>
              <a:spcAft>
                <a:spcPts val="0"/>
              </a:spcAft>
              <a:buNone/>
            </a:pPr>
            <a:r>
              <a:rPr lang="en-GB" sz="1100"/>
              <a:t>Standard XGBoost and LightGBM are also strong classifiers.</a:t>
            </a:r>
            <a:endParaRPr sz="1100"/>
          </a:p>
        </p:txBody>
      </p:sp>
      <p:pic>
        <p:nvPicPr>
          <p:cNvPr id="932" name="Google Shape;932;p58" title="AUC_comparison.png"/>
          <p:cNvPicPr preferRelativeResize="0"/>
          <p:nvPr/>
        </p:nvPicPr>
        <p:blipFill>
          <a:blip r:embed="rId3">
            <a:alphaModFix/>
          </a:blip>
          <a:stretch>
            <a:fillRect/>
          </a:stretch>
        </p:blipFill>
        <p:spPr>
          <a:xfrm>
            <a:off x="670925" y="1749950"/>
            <a:ext cx="3653073" cy="2435382"/>
          </a:xfrm>
          <a:prstGeom prst="rect">
            <a:avLst/>
          </a:prstGeom>
          <a:noFill/>
          <a:ln>
            <a:noFill/>
          </a:ln>
        </p:spPr>
      </p:pic>
      <p:pic>
        <p:nvPicPr>
          <p:cNvPr id="933" name="Google Shape;933;p58" title="MSE_comparison.png"/>
          <p:cNvPicPr preferRelativeResize="0"/>
          <p:nvPr/>
        </p:nvPicPr>
        <p:blipFill>
          <a:blip r:embed="rId4">
            <a:alphaModFix/>
          </a:blip>
          <a:stretch>
            <a:fillRect/>
          </a:stretch>
        </p:blipFill>
        <p:spPr>
          <a:xfrm>
            <a:off x="4606225" y="1749950"/>
            <a:ext cx="3653064" cy="24353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59"/>
          <p:cNvSpPr txBox="1"/>
          <p:nvPr>
            <p:ph type="title"/>
          </p:nvPr>
        </p:nvSpPr>
        <p:spPr>
          <a:xfrm>
            <a:off x="2090850" y="171525"/>
            <a:ext cx="5402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Key Findings &amp; Analysis</a:t>
            </a:r>
            <a:endParaRPr/>
          </a:p>
        </p:txBody>
      </p:sp>
      <p:sp>
        <p:nvSpPr>
          <p:cNvPr id="939" name="Google Shape;939;p59"/>
          <p:cNvSpPr txBox="1"/>
          <p:nvPr/>
        </p:nvSpPr>
        <p:spPr>
          <a:xfrm flipH="1">
            <a:off x="720750" y="874575"/>
            <a:ext cx="2492100" cy="5727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GB">
                <a:solidFill>
                  <a:schemeClr val="dk1"/>
                </a:solidFill>
                <a:latin typeface="Bai Jamjuree"/>
                <a:ea typeface="Bai Jamjuree"/>
                <a:cs typeface="Bai Jamjuree"/>
                <a:sym typeface="Bai Jamjuree"/>
              </a:rPr>
              <a:t>Graph Structure Boosts Performance</a:t>
            </a:r>
            <a:endParaRPr b="1">
              <a:solidFill>
                <a:schemeClr val="dk1"/>
              </a:solidFill>
              <a:latin typeface="Bai Jamjuree"/>
              <a:ea typeface="Bai Jamjuree"/>
              <a:cs typeface="Bai Jamjuree"/>
              <a:sym typeface="Bai Jamjuree"/>
            </a:endParaRPr>
          </a:p>
        </p:txBody>
      </p:sp>
      <p:sp>
        <p:nvSpPr>
          <p:cNvPr id="940" name="Google Shape;940;p59"/>
          <p:cNvSpPr txBox="1"/>
          <p:nvPr/>
        </p:nvSpPr>
        <p:spPr>
          <a:xfrm flipH="1">
            <a:off x="584013" y="1689525"/>
            <a:ext cx="2700000" cy="2981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Observation: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Adding graph-derived spektral features to the XGBoost model significantly improved its predictive power.</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Result:</a:t>
            </a:r>
            <a:r>
              <a:rPr b="1" lang="en-GB" sz="1100">
                <a:solidFill>
                  <a:schemeClr val="dk1"/>
                </a:solidFill>
                <a:latin typeface="Karla"/>
                <a:ea typeface="Karla"/>
                <a:cs typeface="Karla"/>
                <a:sym typeface="Karla"/>
              </a:rPr>
              <a:t> </a:t>
            </a:r>
            <a:endParaRPr b="1"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The Pearson Correlation Coefficient (PCC) increased from 0.711 (standard XGBoost) to 0.729 (Spectral-GNN).</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Conclusion: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This directly demonstrates that the underlying network topology contains unique and valuable predictive information that is not captured by the node features alone.</a:t>
            </a:r>
            <a:endParaRPr sz="1100">
              <a:solidFill>
                <a:schemeClr val="dk1"/>
              </a:solidFill>
              <a:latin typeface="Karla"/>
              <a:ea typeface="Karla"/>
              <a:cs typeface="Karla"/>
              <a:sym typeface="Karla"/>
            </a:endParaRPr>
          </a:p>
        </p:txBody>
      </p:sp>
      <p:sp>
        <p:nvSpPr>
          <p:cNvPr id="941" name="Google Shape;941;p59"/>
          <p:cNvSpPr txBox="1"/>
          <p:nvPr/>
        </p:nvSpPr>
        <p:spPr>
          <a:xfrm flipH="1">
            <a:off x="3325950" y="874575"/>
            <a:ext cx="2492100" cy="814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GB">
                <a:solidFill>
                  <a:schemeClr val="dk1"/>
                </a:solidFill>
                <a:latin typeface="Bai Jamjuree"/>
                <a:ea typeface="Bai Jamjuree"/>
                <a:cs typeface="Bai Jamjuree"/>
                <a:sym typeface="Bai Jamjuree"/>
              </a:rPr>
              <a:t>Ensemble Models are Highly Competitive &amp; Practical</a:t>
            </a:r>
            <a:endParaRPr b="1">
              <a:solidFill>
                <a:schemeClr val="dk1"/>
              </a:solidFill>
              <a:latin typeface="Bai Jamjuree"/>
              <a:ea typeface="Bai Jamjuree"/>
              <a:cs typeface="Bai Jamjuree"/>
              <a:sym typeface="Bai Jamjuree"/>
            </a:endParaRPr>
          </a:p>
        </p:txBody>
      </p:sp>
      <p:sp>
        <p:nvSpPr>
          <p:cNvPr id="942" name="Google Shape;942;p59"/>
          <p:cNvSpPr txBox="1"/>
          <p:nvPr/>
        </p:nvSpPr>
        <p:spPr>
          <a:xfrm flipH="1">
            <a:off x="3426375" y="1689525"/>
            <a:ext cx="2492100" cy="29313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Observation:</a:t>
            </a:r>
            <a:r>
              <a:rPr b="1" lang="en-GB" sz="1100">
                <a:solidFill>
                  <a:schemeClr val="dk1"/>
                </a:solidFill>
                <a:latin typeface="Karla"/>
                <a:ea typeface="Karla"/>
                <a:cs typeface="Karla"/>
                <a:sym typeface="Karla"/>
              </a:rPr>
              <a:t> </a:t>
            </a:r>
            <a:endParaRPr b="1"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Standard gradient boosting models, without any graph information, performed exceptionally well.</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Result: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LightGBM achieved a PCC of 0.718, very close to the more complex Spectral model's 0.729, and delivered the lowest overall MSE.</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Conclusion: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For practical applications, a well-tuned ensemble model on a flattened feature set offers a powerful and efficient solution with less implementation overhead.</a:t>
            </a:r>
            <a:endParaRPr sz="1100">
              <a:solidFill>
                <a:schemeClr val="dk1"/>
              </a:solidFill>
              <a:latin typeface="Karla"/>
              <a:ea typeface="Karla"/>
              <a:cs typeface="Karla"/>
              <a:sym typeface="Karla"/>
            </a:endParaRPr>
          </a:p>
        </p:txBody>
      </p:sp>
      <p:sp>
        <p:nvSpPr>
          <p:cNvPr id="943" name="Google Shape;943;p59"/>
          <p:cNvSpPr txBox="1"/>
          <p:nvPr/>
        </p:nvSpPr>
        <p:spPr>
          <a:xfrm flipH="1">
            <a:off x="5931150" y="874575"/>
            <a:ext cx="2492100" cy="5727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GB">
                <a:solidFill>
                  <a:schemeClr val="dk1"/>
                </a:solidFill>
                <a:latin typeface="Bai Jamjuree"/>
                <a:ea typeface="Bai Jamjuree"/>
                <a:cs typeface="Bai Jamjuree"/>
                <a:sym typeface="Bai Jamjuree"/>
              </a:rPr>
              <a:t>The Advantage of Interpretability</a:t>
            </a:r>
            <a:endParaRPr b="1">
              <a:solidFill>
                <a:schemeClr val="dk1"/>
              </a:solidFill>
              <a:latin typeface="Bai Jamjuree"/>
              <a:ea typeface="Bai Jamjuree"/>
              <a:cs typeface="Bai Jamjuree"/>
              <a:sym typeface="Bai Jamjuree"/>
            </a:endParaRPr>
          </a:p>
        </p:txBody>
      </p:sp>
      <p:sp>
        <p:nvSpPr>
          <p:cNvPr id="944" name="Google Shape;944;p59"/>
          <p:cNvSpPr txBox="1"/>
          <p:nvPr/>
        </p:nvSpPr>
        <p:spPr>
          <a:xfrm flipH="1">
            <a:off x="6102638" y="1689375"/>
            <a:ext cx="2541000" cy="2981700"/>
          </a:xfrm>
          <a:prstGeom prst="rect">
            <a:avLst/>
          </a:prstGeom>
          <a:noFill/>
          <a:ln cap="flat" cmpd="sng" w="19050">
            <a:solidFill>
              <a:srgbClr val="657E93"/>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Key Insight: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Unlike "black-box" deep learning models, ensemble methods like XGBoost and Random Forest can rank the importance of every feature.</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Significance: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This allows us to identify the specific biological factors that are most predictive of siRNA efficacy.</a:t>
            </a:r>
            <a:endParaRPr sz="11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b="1" lang="en-GB" sz="1200">
                <a:solidFill>
                  <a:schemeClr val="dk1"/>
                </a:solidFill>
                <a:latin typeface="Karla"/>
                <a:ea typeface="Karla"/>
                <a:cs typeface="Karla"/>
                <a:sym typeface="Karla"/>
              </a:rPr>
              <a:t>Conclusion: </a:t>
            </a:r>
            <a:endParaRPr b="1" sz="1200">
              <a:solidFill>
                <a:schemeClr val="dk1"/>
              </a:solidFill>
              <a:latin typeface="Karla"/>
              <a:ea typeface="Karla"/>
              <a:cs typeface="Karla"/>
              <a:sym typeface="Karla"/>
            </a:endParaRPr>
          </a:p>
          <a:p>
            <a:pPr indent="0" lvl="0" marL="0" rtl="0" algn="l">
              <a:lnSpc>
                <a:spcPct val="115000"/>
              </a:lnSpc>
              <a:spcBef>
                <a:spcPts val="0"/>
              </a:spcBef>
              <a:spcAft>
                <a:spcPts val="0"/>
              </a:spcAft>
              <a:buNone/>
            </a:pPr>
            <a:r>
              <a:rPr lang="en-GB" sz="1100">
                <a:solidFill>
                  <a:schemeClr val="dk1"/>
                </a:solidFill>
                <a:latin typeface="Karla"/>
                <a:ea typeface="Karla"/>
                <a:cs typeface="Karla"/>
                <a:sym typeface="Karla"/>
              </a:rPr>
              <a:t>This interpretability provides direct, actionable insights for scientific discovery, which is a crucial advantage for any model used in a biological context.</a:t>
            </a:r>
            <a:endParaRPr sz="1100">
              <a:solidFill>
                <a:schemeClr val="dk1"/>
              </a:solidFill>
              <a:latin typeface="Karla"/>
              <a:ea typeface="Karla"/>
              <a:cs typeface="Karla"/>
              <a:sym typeface="Karl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60"/>
          <p:cNvSpPr txBox="1"/>
          <p:nvPr>
            <p:ph type="title"/>
          </p:nvPr>
        </p:nvSpPr>
        <p:spPr>
          <a:xfrm>
            <a:off x="713225" y="602149"/>
            <a:ext cx="2582100" cy="886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sz="3200"/>
              <a:t>Conclusion</a:t>
            </a:r>
            <a:endParaRPr sz="3200"/>
          </a:p>
        </p:txBody>
      </p:sp>
      <p:grpSp>
        <p:nvGrpSpPr>
          <p:cNvPr id="950" name="Google Shape;950;p60"/>
          <p:cNvGrpSpPr/>
          <p:nvPr/>
        </p:nvGrpSpPr>
        <p:grpSpPr>
          <a:xfrm>
            <a:off x="4964531" y="200348"/>
            <a:ext cx="3636544" cy="4877756"/>
            <a:chOff x="4964531" y="200348"/>
            <a:chExt cx="3636544" cy="4877756"/>
          </a:xfrm>
        </p:grpSpPr>
        <p:pic>
          <p:nvPicPr>
            <p:cNvPr id="951" name="Google Shape;951;p60"/>
            <p:cNvPicPr preferRelativeResize="0"/>
            <p:nvPr/>
          </p:nvPicPr>
          <p:blipFill rotWithShape="1">
            <a:blip r:embed="rId3">
              <a:alphaModFix/>
            </a:blip>
            <a:srcRect b="12829" l="29742" r="29746" t="12837"/>
            <a:stretch/>
          </p:blipFill>
          <p:spPr>
            <a:xfrm rot="-1234295">
              <a:off x="5601684" y="796500"/>
              <a:ext cx="2193188" cy="4024603"/>
            </a:xfrm>
            <a:prstGeom prst="rect">
              <a:avLst/>
            </a:prstGeom>
            <a:noFill/>
            <a:ln>
              <a:noFill/>
            </a:ln>
            <a:effectLst>
              <a:outerShdw blurRad="57150" rotWithShape="0" algn="bl" dir="5400000" dist="19050">
                <a:schemeClr val="lt1">
                  <a:alpha val="50000"/>
                </a:schemeClr>
              </a:outerShdw>
            </a:effectLst>
          </p:spPr>
        </p:pic>
        <p:pic>
          <p:nvPicPr>
            <p:cNvPr id="952" name="Google Shape;952;p60"/>
            <p:cNvPicPr preferRelativeResize="0"/>
            <p:nvPr/>
          </p:nvPicPr>
          <p:blipFill rotWithShape="1">
            <a:blip r:embed="rId4">
              <a:alphaModFix/>
            </a:blip>
            <a:srcRect b="7513" l="12161" r="5608" t="10726"/>
            <a:stretch/>
          </p:blipFill>
          <p:spPr>
            <a:xfrm rot="2255835">
              <a:off x="6799080" y="503501"/>
              <a:ext cx="1502286" cy="1493843"/>
            </a:xfrm>
            <a:prstGeom prst="rect">
              <a:avLst/>
            </a:prstGeom>
            <a:noFill/>
            <a:ln>
              <a:noFill/>
            </a:ln>
            <a:effectLst>
              <a:outerShdw blurRad="57150" rotWithShape="0" algn="bl" dir="5400000" dist="19050">
                <a:schemeClr val="lt1">
                  <a:alpha val="50000"/>
                </a:schemeClr>
              </a:outerShdw>
            </a:effectLst>
          </p:spPr>
        </p:pic>
        <p:pic>
          <p:nvPicPr>
            <p:cNvPr id="953" name="Google Shape;953;p60"/>
            <p:cNvPicPr preferRelativeResize="0"/>
            <p:nvPr/>
          </p:nvPicPr>
          <p:blipFill rotWithShape="1">
            <a:blip r:embed="rId5">
              <a:alphaModFix/>
            </a:blip>
            <a:srcRect b="34547" l="0" r="0" t="34543"/>
            <a:stretch/>
          </p:blipFill>
          <p:spPr>
            <a:xfrm rot="6018299">
              <a:off x="5587515" y="4037163"/>
              <a:ext cx="840846" cy="259898"/>
            </a:xfrm>
            <a:prstGeom prst="rect">
              <a:avLst/>
            </a:prstGeom>
            <a:noFill/>
            <a:ln>
              <a:noFill/>
            </a:ln>
            <a:effectLst>
              <a:outerShdw blurRad="57150" rotWithShape="0" algn="bl" dir="5400000" dist="19050">
                <a:schemeClr val="lt1">
                  <a:alpha val="50000"/>
                </a:schemeClr>
              </a:outerShdw>
            </a:effectLst>
          </p:spPr>
        </p:pic>
      </p:grpSp>
      <p:sp>
        <p:nvSpPr>
          <p:cNvPr id="954" name="Google Shape;954;p60"/>
          <p:cNvSpPr txBox="1"/>
          <p:nvPr/>
        </p:nvSpPr>
        <p:spPr>
          <a:xfrm>
            <a:off x="928350" y="1547225"/>
            <a:ext cx="4666800" cy="2734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Karla"/>
              <a:buChar char="●"/>
            </a:pPr>
            <a:r>
              <a:rPr lang="en-GB">
                <a:solidFill>
                  <a:schemeClr val="dk1"/>
                </a:solidFill>
                <a:latin typeface="Karla"/>
                <a:ea typeface="Karla"/>
                <a:cs typeface="Karla"/>
                <a:sym typeface="Karla"/>
              </a:rPr>
              <a:t>This project successfully compared four distinct ML architectures for </a:t>
            </a:r>
            <a:r>
              <a:rPr b="1" lang="en-GB">
                <a:solidFill>
                  <a:schemeClr val="dk1"/>
                </a:solidFill>
                <a:latin typeface="Karla"/>
                <a:ea typeface="Karla"/>
                <a:cs typeface="Karla"/>
                <a:sym typeface="Karla"/>
              </a:rPr>
              <a:t>siRNA efficacy</a:t>
            </a:r>
            <a:r>
              <a:rPr lang="en-GB">
                <a:solidFill>
                  <a:schemeClr val="dk1"/>
                </a:solidFill>
                <a:latin typeface="Karla"/>
                <a:ea typeface="Karla"/>
                <a:cs typeface="Karla"/>
                <a:sym typeface="Karla"/>
              </a:rPr>
              <a:t> prediction.</a:t>
            </a:r>
            <a:endParaRPr>
              <a:solidFill>
                <a:schemeClr val="dk1"/>
              </a:solidFill>
              <a:latin typeface="Karla"/>
              <a:ea typeface="Karla"/>
              <a:cs typeface="Karla"/>
              <a:sym typeface="Karla"/>
            </a:endParaRPr>
          </a:p>
          <a:p>
            <a:pPr indent="-317500" lvl="0" marL="457200" rtl="0" algn="l">
              <a:spcBef>
                <a:spcPts val="0"/>
              </a:spcBef>
              <a:spcAft>
                <a:spcPts val="0"/>
              </a:spcAft>
              <a:buClr>
                <a:schemeClr val="dk1"/>
              </a:buClr>
              <a:buSzPts val="1400"/>
              <a:buFont typeface="Karla"/>
              <a:buChar char="●"/>
            </a:pPr>
            <a:r>
              <a:rPr lang="en-GB">
                <a:solidFill>
                  <a:schemeClr val="dk1"/>
                </a:solidFill>
                <a:latin typeface="Karla"/>
                <a:ea typeface="Karla"/>
                <a:cs typeface="Karla"/>
                <a:sym typeface="Karla"/>
              </a:rPr>
              <a:t>The hybrid </a:t>
            </a:r>
            <a:r>
              <a:rPr b="1" lang="en-GB">
                <a:solidFill>
                  <a:schemeClr val="dk1"/>
                </a:solidFill>
                <a:latin typeface="Karla"/>
                <a:ea typeface="Karla"/>
                <a:cs typeface="Karla"/>
                <a:sym typeface="Karla"/>
              </a:rPr>
              <a:t>Spektral (GNN)</a:t>
            </a:r>
            <a:r>
              <a:rPr lang="en-GB">
                <a:solidFill>
                  <a:schemeClr val="dk1"/>
                </a:solidFill>
                <a:latin typeface="Karla"/>
                <a:ea typeface="Karla"/>
                <a:cs typeface="Karla"/>
                <a:sym typeface="Karla"/>
              </a:rPr>
              <a:t> model achieved the highest correlation, demonstrating the value of graph structural information.</a:t>
            </a:r>
            <a:endParaRPr>
              <a:solidFill>
                <a:schemeClr val="dk1"/>
              </a:solidFill>
              <a:latin typeface="Karla"/>
              <a:ea typeface="Karla"/>
              <a:cs typeface="Karla"/>
              <a:sym typeface="Karla"/>
            </a:endParaRPr>
          </a:p>
          <a:p>
            <a:pPr indent="-317500" lvl="0" marL="457200" rtl="0" algn="l">
              <a:spcBef>
                <a:spcPts val="0"/>
              </a:spcBef>
              <a:spcAft>
                <a:spcPts val="0"/>
              </a:spcAft>
              <a:buClr>
                <a:schemeClr val="dk1"/>
              </a:buClr>
              <a:buSzPts val="1400"/>
              <a:buFont typeface="Karla"/>
              <a:buChar char="●"/>
            </a:pPr>
            <a:r>
              <a:rPr lang="en-GB">
                <a:solidFill>
                  <a:schemeClr val="dk1"/>
                </a:solidFill>
                <a:latin typeface="Karla"/>
                <a:ea typeface="Karla"/>
                <a:cs typeface="Karla"/>
                <a:sym typeface="Karla"/>
              </a:rPr>
              <a:t>Standard gradient boosting models (</a:t>
            </a:r>
            <a:r>
              <a:rPr b="1" lang="en-GB">
                <a:solidFill>
                  <a:schemeClr val="dk1"/>
                </a:solidFill>
                <a:latin typeface="Karla"/>
                <a:ea typeface="Karla"/>
                <a:cs typeface="Karla"/>
                <a:sym typeface="Karla"/>
              </a:rPr>
              <a:t>LightGBM/XGBoost</a:t>
            </a:r>
            <a:r>
              <a:rPr lang="en-GB">
                <a:solidFill>
                  <a:schemeClr val="dk1"/>
                </a:solidFill>
                <a:latin typeface="Karla"/>
                <a:ea typeface="Karla"/>
                <a:cs typeface="Karla"/>
                <a:sym typeface="Karla"/>
              </a:rPr>
              <a:t>) are highly competitive, offering a powerful and practical alternative with less complexity.</a:t>
            </a:r>
            <a:endParaRPr>
              <a:solidFill>
                <a:schemeClr val="dk1"/>
              </a:solidFill>
              <a:latin typeface="Karla"/>
              <a:ea typeface="Karla"/>
              <a:cs typeface="Karla"/>
              <a:sym typeface="Karla"/>
            </a:endParaRPr>
          </a:p>
          <a:p>
            <a:pPr indent="-317500" lvl="0" marL="457200" rtl="0" algn="l">
              <a:spcBef>
                <a:spcPts val="0"/>
              </a:spcBef>
              <a:spcAft>
                <a:spcPts val="0"/>
              </a:spcAft>
              <a:buClr>
                <a:schemeClr val="dk1"/>
              </a:buClr>
              <a:buSzPts val="1400"/>
              <a:buFont typeface="Karla"/>
              <a:buChar char="●"/>
            </a:pPr>
            <a:r>
              <a:rPr lang="en-GB">
                <a:solidFill>
                  <a:schemeClr val="dk1"/>
                </a:solidFill>
                <a:latin typeface="Karla"/>
                <a:ea typeface="Karla"/>
                <a:cs typeface="Karla"/>
                <a:sym typeface="Karla"/>
              </a:rPr>
              <a:t>Ensemble models provide crucial interpretability through feature importance, a key advantage for scientific discovery.</a:t>
            </a:r>
            <a:endParaRPr>
              <a:solidFill>
                <a:schemeClr val="dk1"/>
              </a:solidFill>
              <a:latin typeface="Karla"/>
              <a:ea typeface="Karla"/>
              <a:cs typeface="Karla"/>
              <a:sym typeface="Karl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1"/>
          <p:cNvSpPr txBox="1"/>
          <p:nvPr>
            <p:ph idx="1" type="subTitle"/>
          </p:nvPr>
        </p:nvSpPr>
        <p:spPr>
          <a:xfrm>
            <a:off x="1070325" y="1329775"/>
            <a:ext cx="6636600" cy="3270000"/>
          </a:xfrm>
          <a:prstGeom prst="rect">
            <a:avLst/>
          </a:prstGeom>
        </p:spPr>
        <p:txBody>
          <a:bodyPr anchorCtr="0" anchor="ctr" bIns="91425" lIns="91425" spcFirstLastPara="1" rIns="91425" wrap="square" tIns="91425">
            <a:noAutofit/>
          </a:bodyPr>
          <a:lstStyle/>
          <a:p>
            <a:pPr indent="-381000" lvl="0" marL="457200" rtl="0" algn="l">
              <a:spcBef>
                <a:spcPts val="0"/>
              </a:spcBef>
              <a:spcAft>
                <a:spcPts val="0"/>
              </a:spcAft>
              <a:buSzPts val="2400"/>
              <a:buChar char="●"/>
            </a:pPr>
            <a:r>
              <a:rPr b="1" lang="en-GB"/>
              <a:t>Advanced Hyperparameter Optimization:</a:t>
            </a:r>
            <a:r>
              <a:rPr lang="en-GB"/>
              <a:t> Use frameworks like Optuna to systematically tune all models and potentially close the performance gap with the SOTA baseline.</a:t>
            </a:r>
            <a:endParaRPr/>
          </a:p>
          <a:p>
            <a:pPr indent="-381000" lvl="0" marL="457200" rtl="0" algn="l">
              <a:spcBef>
                <a:spcPts val="0"/>
              </a:spcBef>
              <a:spcAft>
                <a:spcPts val="0"/>
              </a:spcAft>
              <a:buSzPts val="2400"/>
              <a:buChar char="●"/>
            </a:pPr>
            <a:r>
              <a:rPr b="1" lang="en-GB"/>
              <a:t>Deeper Investigation into GNNs: </a:t>
            </a:r>
            <a:r>
              <a:rPr lang="en-GB"/>
              <a:t>Explore more advanced GNN architectures like Graph Attention Networks (GATs).</a:t>
            </a:r>
            <a:endParaRPr/>
          </a:p>
          <a:p>
            <a:pPr indent="-381000" lvl="0" marL="457200" rtl="0" algn="l">
              <a:spcBef>
                <a:spcPts val="0"/>
              </a:spcBef>
              <a:spcAft>
                <a:spcPts val="0"/>
              </a:spcAft>
              <a:buSzPts val="2400"/>
              <a:buChar char="●"/>
            </a:pPr>
            <a:r>
              <a:rPr b="1" lang="en-GB"/>
              <a:t>Feature Selection: </a:t>
            </a:r>
            <a:r>
              <a:rPr lang="en-GB"/>
              <a:t>Use the feature importance rankings from our models to conduct a feature selection study to create smaller, more efficient models.</a:t>
            </a:r>
            <a:endParaRPr/>
          </a:p>
          <a:p>
            <a:pPr indent="-381000" lvl="0" marL="457200" rtl="0" algn="l">
              <a:spcBef>
                <a:spcPts val="0"/>
              </a:spcBef>
              <a:spcAft>
                <a:spcPts val="0"/>
              </a:spcAft>
              <a:buSzPts val="2400"/>
              <a:buChar char="●"/>
            </a:pPr>
            <a:r>
              <a:rPr b="1" lang="en-GB"/>
              <a:t>External Validation:</a:t>
            </a:r>
            <a:r>
              <a:rPr lang="en-GB"/>
              <a:t> Test the generalizability of all models on the external Simone and in-house (ACON) datasets.</a:t>
            </a:r>
            <a:endParaRPr/>
          </a:p>
        </p:txBody>
      </p:sp>
      <p:sp>
        <p:nvSpPr>
          <p:cNvPr id="960" name="Google Shape;960;p61"/>
          <p:cNvSpPr txBox="1"/>
          <p:nvPr>
            <p:ph idx="9" type="title"/>
          </p:nvPr>
        </p:nvSpPr>
        <p:spPr>
          <a:xfrm>
            <a:off x="720000" y="539500"/>
            <a:ext cx="2976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Future Work</a:t>
            </a:r>
            <a:endParaRPr/>
          </a:p>
        </p:txBody>
      </p:sp>
      <p:pic>
        <p:nvPicPr>
          <p:cNvPr id="961" name="Google Shape;961;p61"/>
          <p:cNvPicPr preferRelativeResize="0"/>
          <p:nvPr/>
        </p:nvPicPr>
        <p:blipFill rotWithShape="1">
          <a:blip r:embed="rId3">
            <a:alphaModFix/>
          </a:blip>
          <a:srcRect b="15391" l="16207" r="16207" t="15404"/>
          <a:stretch/>
        </p:blipFill>
        <p:spPr>
          <a:xfrm rot="9981196">
            <a:off x="7822325" y="3813426"/>
            <a:ext cx="1083274" cy="1109123"/>
          </a:xfrm>
          <a:prstGeom prst="rect">
            <a:avLst/>
          </a:prstGeom>
          <a:noFill/>
          <a:ln>
            <a:noFill/>
          </a:ln>
          <a:effectLst>
            <a:outerShdw blurRad="57150" rotWithShape="0" algn="bl" dir="5400000" dist="19050">
              <a:schemeClr val="lt1">
                <a:alpha val="50000"/>
              </a:scheme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62"/>
          <p:cNvSpPr txBox="1"/>
          <p:nvPr>
            <p:ph type="title"/>
          </p:nvPr>
        </p:nvSpPr>
        <p:spPr>
          <a:xfrm>
            <a:off x="3574600" y="1673813"/>
            <a:ext cx="4872900" cy="1161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GB"/>
              <a:t>Thank You</a:t>
            </a:r>
            <a:endParaRPr/>
          </a:p>
        </p:txBody>
      </p:sp>
      <p:cxnSp>
        <p:nvCxnSpPr>
          <p:cNvPr id="967" name="Google Shape;967;p62"/>
          <p:cNvCxnSpPr/>
          <p:nvPr/>
        </p:nvCxnSpPr>
        <p:spPr>
          <a:xfrm>
            <a:off x="3673425" y="2872025"/>
            <a:ext cx="4774200" cy="0"/>
          </a:xfrm>
          <a:prstGeom prst="straightConnector1">
            <a:avLst/>
          </a:prstGeom>
          <a:noFill/>
          <a:ln cap="flat" cmpd="sng" w="9525">
            <a:solidFill>
              <a:schemeClr val="dk1"/>
            </a:solidFill>
            <a:prstDash val="solid"/>
            <a:round/>
            <a:headEnd len="med" w="med" type="none"/>
            <a:tailEnd len="med" w="med" type="none"/>
          </a:ln>
        </p:spPr>
      </p:cxnSp>
      <p:grpSp>
        <p:nvGrpSpPr>
          <p:cNvPr id="968" name="Google Shape;968;p62"/>
          <p:cNvGrpSpPr/>
          <p:nvPr/>
        </p:nvGrpSpPr>
        <p:grpSpPr>
          <a:xfrm>
            <a:off x="523115" y="-161925"/>
            <a:ext cx="3525012" cy="4968851"/>
            <a:chOff x="523115" y="85725"/>
            <a:chExt cx="3525012" cy="4968851"/>
          </a:xfrm>
        </p:grpSpPr>
        <p:grpSp>
          <p:nvGrpSpPr>
            <p:cNvPr id="969" name="Google Shape;969;p62"/>
            <p:cNvGrpSpPr/>
            <p:nvPr/>
          </p:nvGrpSpPr>
          <p:grpSpPr>
            <a:xfrm rot="284618">
              <a:off x="660711" y="1509924"/>
              <a:ext cx="2692460" cy="3439213"/>
              <a:chOff x="713219" y="539500"/>
              <a:chExt cx="3430812" cy="4382345"/>
            </a:xfrm>
          </p:grpSpPr>
          <p:pic>
            <p:nvPicPr>
              <p:cNvPr id="970" name="Google Shape;970;p62"/>
              <p:cNvPicPr preferRelativeResize="0"/>
              <p:nvPr/>
            </p:nvPicPr>
            <p:blipFill rotWithShape="1">
              <a:blip r:embed="rId3">
                <a:alphaModFix/>
              </a:blip>
              <a:srcRect b="12747" l="29261" r="30138" t="12747"/>
              <a:stretch/>
            </p:blipFill>
            <p:spPr>
              <a:xfrm>
                <a:off x="713219" y="539500"/>
                <a:ext cx="2193132" cy="4024501"/>
              </a:xfrm>
              <a:prstGeom prst="rect">
                <a:avLst/>
              </a:prstGeom>
              <a:noFill/>
              <a:ln>
                <a:noFill/>
              </a:ln>
              <a:effectLst>
                <a:outerShdw blurRad="57150" rotWithShape="0" algn="bl" dir="5400000" dist="19050">
                  <a:schemeClr val="lt1">
                    <a:alpha val="50000"/>
                  </a:schemeClr>
                </a:outerShdw>
              </a:effectLst>
            </p:spPr>
          </p:pic>
          <p:pic>
            <p:nvPicPr>
              <p:cNvPr id="971" name="Google Shape;971;p62"/>
              <p:cNvPicPr preferRelativeResize="0"/>
              <p:nvPr/>
            </p:nvPicPr>
            <p:blipFill rotWithShape="1">
              <a:blip r:embed="rId4">
                <a:alphaModFix/>
              </a:blip>
              <a:srcRect b="17221" l="17034" r="17041" t="17221"/>
              <a:stretch/>
            </p:blipFill>
            <p:spPr>
              <a:xfrm rot="1971222">
                <a:off x="2620128" y="3402617"/>
                <a:ext cx="1280855" cy="1273656"/>
              </a:xfrm>
              <a:prstGeom prst="rect">
                <a:avLst/>
              </a:prstGeom>
              <a:noFill/>
              <a:ln>
                <a:noFill/>
              </a:ln>
              <a:effectLst>
                <a:outerShdw blurRad="57150" rotWithShape="0" algn="bl" dir="5400000" dist="19050">
                  <a:schemeClr val="lt1">
                    <a:alpha val="50000"/>
                  </a:schemeClr>
                </a:outerShdw>
              </a:effectLst>
            </p:spPr>
          </p:pic>
        </p:grpSp>
        <p:pic>
          <p:nvPicPr>
            <p:cNvPr id="972" name="Google Shape;972;p62"/>
            <p:cNvPicPr preferRelativeResize="0"/>
            <p:nvPr/>
          </p:nvPicPr>
          <p:blipFill rotWithShape="1">
            <a:blip r:embed="rId5">
              <a:alphaModFix/>
            </a:blip>
            <a:srcRect b="0" l="22594" r="22589" t="0"/>
            <a:stretch/>
          </p:blipFill>
          <p:spPr>
            <a:xfrm rot="-1319077">
              <a:off x="2106853" y="265481"/>
              <a:ext cx="1487433" cy="2713542"/>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3"/>
          <p:cNvSpPr txBox="1"/>
          <p:nvPr>
            <p:ph type="title"/>
          </p:nvPr>
        </p:nvSpPr>
        <p:spPr>
          <a:xfrm>
            <a:off x="3227275" y="1745700"/>
            <a:ext cx="5203500" cy="211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Question Answer</a:t>
            </a:r>
            <a:endParaRPr/>
          </a:p>
        </p:txBody>
      </p:sp>
      <p:cxnSp>
        <p:nvCxnSpPr>
          <p:cNvPr id="978" name="Google Shape;978;p63"/>
          <p:cNvCxnSpPr/>
          <p:nvPr/>
        </p:nvCxnSpPr>
        <p:spPr>
          <a:xfrm>
            <a:off x="3227275" y="2900400"/>
            <a:ext cx="5203500" cy="0"/>
          </a:xfrm>
          <a:prstGeom prst="straightConnector1">
            <a:avLst/>
          </a:prstGeom>
          <a:noFill/>
          <a:ln cap="flat" cmpd="sng" w="9525">
            <a:solidFill>
              <a:schemeClr val="dk1"/>
            </a:solidFill>
            <a:prstDash val="solid"/>
            <a:round/>
            <a:headEnd len="med" w="med" type="none"/>
            <a:tailEnd len="med" w="med" type="none"/>
          </a:ln>
        </p:spPr>
      </p:cxnSp>
      <p:grpSp>
        <p:nvGrpSpPr>
          <p:cNvPr id="979" name="Google Shape;979;p63"/>
          <p:cNvGrpSpPr/>
          <p:nvPr/>
        </p:nvGrpSpPr>
        <p:grpSpPr>
          <a:xfrm>
            <a:off x="713219" y="559500"/>
            <a:ext cx="3705899" cy="4495562"/>
            <a:chOff x="713219" y="559500"/>
            <a:chExt cx="3705899" cy="4495562"/>
          </a:xfrm>
        </p:grpSpPr>
        <p:pic>
          <p:nvPicPr>
            <p:cNvPr id="980" name="Google Shape;980;p63"/>
            <p:cNvPicPr preferRelativeResize="0"/>
            <p:nvPr/>
          </p:nvPicPr>
          <p:blipFill rotWithShape="1">
            <a:blip r:embed="rId3">
              <a:alphaModFix/>
            </a:blip>
            <a:srcRect b="11674" l="29113" r="29117" t="11674"/>
            <a:stretch/>
          </p:blipFill>
          <p:spPr>
            <a:xfrm>
              <a:off x="713219" y="559500"/>
              <a:ext cx="2193132" cy="4024501"/>
            </a:xfrm>
            <a:prstGeom prst="rect">
              <a:avLst/>
            </a:prstGeom>
            <a:noFill/>
            <a:ln>
              <a:noFill/>
            </a:ln>
            <a:effectLst>
              <a:outerShdw blurRad="57150" rotWithShape="0" algn="bl" dir="5400000" dist="19050">
                <a:schemeClr val="lt1">
                  <a:alpha val="50000"/>
                </a:schemeClr>
              </a:outerShdw>
            </a:effectLst>
          </p:spPr>
        </p:pic>
        <p:pic>
          <p:nvPicPr>
            <p:cNvPr id="981" name="Google Shape;981;p63"/>
            <p:cNvPicPr preferRelativeResize="0"/>
            <p:nvPr/>
          </p:nvPicPr>
          <p:blipFill rotWithShape="1">
            <a:blip r:embed="rId4">
              <a:alphaModFix/>
            </a:blip>
            <a:srcRect b="11466" l="14619" r="14619" t="11474"/>
            <a:stretch/>
          </p:blipFill>
          <p:spPr>
            <a:xfrm rot="904873">
              <a:off x="2688014" y="3207179"/>
              <a:ext cx="1539517" cy="1676472"/>
            </a:xfrm>
            <a:prstGeom prst="rect">
              <a:avLst/>
            </a:prstGeom>
            <a:noFill/>
            <a:ln>
              <a:noFill/>
            </a:ln>
            <a:effectLst>
              <a:outerShdw blurRad="57150" rotWithShape="0" algn="bl" dir="5400000" dist="19050">
                <a:schemeClr val="lt1">
                  <a:alpha val="50000"/>
                </a:schemeClr>
              </a:outerShdw>
            </a:effectLst>
          </p:spPr>
        </p:pic>
        <p:pic>
          <p:nvPicPr>
            <p:cNvPr id="982" name="Google Shape;982;p63"/>
            <p:cNvPicPr preferRelativeResize="0"/>
            <p:nvPr/>
          </p:nvPicPr>
          <p:blipFill rotWithShape="1">
            <a:blip r:embed="rId5">
              <a:alphaModFix/>
            </a:blip>
            <a:srcRect b="34547" l="0" r="0" t="34543"/>
            <a:stretch/>
          </p:blipFill>
          <p:spPr>
            <a:xfrm rot="8764812">
              <a:off x="2596916" y="1122012"/>
              <a:ext cx="1055194" cy="326149"/>
            </a:xfrm>
            <a:prstGeom prst="rect">
              <a:avLst/>
            </a:prstGeom>
            <a:noFill/>
            <a:ln>
              <a:noFill/>
            </a:ln>
            <a:effectLst>
              <a:outerShdw blurRad="57150" rotWithShape="0" algn="bl" dir="5400000" dist="19050">
                <a:schemeClr val="lt1">
                  <a:alpha val="50000"/>
                </a:schemeClr>
              </a:outerShdw>
            </a:effectLst>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netics Major for College: Exploring DNA and RNA by Slidesgo">
  <a:themeElements>
    <a:clrScheme name="Simple Light">
      <a:dk1>
        <a:srgbClr val="FFFFFF"/>
      </a:dk1>
      <a:lt1>
        <a:srgbClr val="183B52"/>
      </a:lt1>
      <a:dk2>
        <a:srgbClr val="005876"/>
      </a:dk2>
      <a:lt2>
        <a:srgbClr val="4D7FC3"/>
      </a:lt2>
      <a:accent1>
        <a:srgbClr val="7DDCEF"/>
      </a:accent1>
      <a:accent2>
        <a:srgbClr val="D9E260"/>
      </a:accent2>
      <a:accent3>
        <a:srgbClr val="60861F"/>
      </a:accent3>
      <a:accent4>
        <a:srgbClr val="FAA84A"/>
      </a:accent4>
      <a:accent5>
        <a:srgbClr val="DF7E52"/>
      </a:accent5>
      <a:accent6>
        <a:srgbClr val="A2355E"/>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